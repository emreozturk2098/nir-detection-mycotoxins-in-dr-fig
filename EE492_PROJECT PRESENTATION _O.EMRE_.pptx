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bookmarkIdSeed="17">
  <p:sldMasterIdLst>
    <p:sldMasterId id="2147483668" r:id="rId1"/>
  </p:sldMasterIdLst>
  <p:notesMasterIdLst>
    <p:notesMasterId r:id="rId20"/>
  </p:notesMasterIdLst>
  <p:sldIdLst>
    <p:sldId id="256" r:id="rId2"/>
    <p:sldId id="257" r:id="rId3"/>
    <p:sldId id="258" r:id="rId4"/>
    <p:sldId id="278" r:id="rId5"/>
    <p:sldId id="259" r:id="rId6"/>
    <p:sldId id="260" r:id="rId7"/>
    <p:sldId id="280" r:id="rId8"/>
    <p:sldId id="281" r:id="rId9"/>
    <p:sldId id="279" r:id="rId10"/>
    <p:sldId id="261" r:id="rId11"/>
    <p:sldId id="277" r:id="rId12"/>
    <p:sldId id="263" r:id="rId13"/>
    <p:sldId id="264" r:id="rId14"/>
    <p:sldId id="265" r:id="rId15"/>
    <p:sldId id="266" r:id="rId16"/>
    <p:sldId id="273" r:id="rId17"/>
    <p:sldId id="276" r:id="rId18"/>
    <p:sldId id="267" r:id="rId19"/>
  </p:sldIdLst>
  <p:sldSz cx="24377650" cy="13716000"/>
  <p:notesSz cx="6858000" cy="9144000"/>
  <p:embeddedFontLst>
    <p:embeddedFont>
      <p:font typeface="Raleway Black" pitchFamily="2" charset="-94"/>
      <p:bold r:id="rId21"/>
      <p:boldItalic r:id="rId22"/>
    </p:embeddedFont>
    <p:embeddedFont>
      <p:font typeface="Raleway Light" pitchFamily="2" charset="-94"/>
      <p:regular r:id="rId23"/>
      <p:bold r:id="rId24"/>
      <p:italic r:id="rId25"/>
      <p:boldItalic r:id="rId2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320">
          <p15:clr>
            <a:srgbClr val="A4A3A4"/>
          </p15:clr>
        </p15:guide>
        <p15:guide id="2" pos="767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39" d="100"/>
          <a:sy n="39" d="100"/>
        </p:scale>
        <p:origin x="883" y="82"/>
      </p:cViewPr>
      <p:guideLst>
        <p:guide orient="horz" pos="4320"/>
        <p:guide pos="767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EE5EBE3-133D-41D5-8F7A-34B4E9D4A5F0}"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en-GB"/>
        </a:p>
      </dgm:t>
    </dgm:pt>
    <dgm:pt modelId="{50D9ECDA-9E85-4AE2-BF3B-E7A589120A59}">
      <dgm:prSet phldrT="[Text]"/>
      <dgm:spPr/>
      <dgm:t>
        <a:bodyPr/>
        <a:lstStyle/>
        <a:p>
          <a:r>
            <a:rPr lang="en-GB" dirty="0"/>
            <a:t>A CNN-based model was created from scratch, and extensive work was done to enhance its quality by adding numerous parameters, hyperparameters, optimizers, and layers.</a:t>
          </a:r>
        </a:p>
      </dgm:t>
    </dgm:pt>
    <dgm:pt modelId="{AED483E7-CB41-4E01-AB46-BFEFE17E0B31}" type="parTrans" cxnId="{C0DC5870-83D0-494A-8567-696F1D44F065}">
      <dgm:prSet/>
      <dgm:spPr/>
      <dgm:t>
        <a:bodyPr/>
        <a:lstStyle/>
        <a:p>
          <a:endParaRPr lang="en-GB"/>
        </a:p>
      </dgm:t>
    </dgm:pt>
    <dgm:pt modelId="{0DD031E3-26B3-4FC6-BD7F-C5BD3CB6577D}" type="sibTrans" cxnId="{C0DC5870-83D0-494A-8567-696F1D44F065}">
      <dgm:prSet/>
      <dgm:spPr/>
      <dgm:t>
        <a:bodyPr/>
        <a:lstStyle/>
        <a:p>
          <a:endParaRPr lang="en-GB"/>
        </a:p>
      </dgm:t>
    </dgm:pt>
    <dgm:pt modelId="{D2FAB63C-81E4-4F58-B02E-5A5B31263434}">
      <dgm:prSet phldrT="[Text]" custT="1"/>
      <dgm:spPr/>
      <dgm:t>
        <a:bodyPr/>
        <a:lstStyle/>
        <a:p>
          <a:r>
            <a:rPr lang="tr-TR" sz="3600" dirty="0"/>
            <a:t>H</a:t>
          </a:r>
          <a:r>
            <a:rPr lang="en-GB" sz="3600" dirty="0" err="1"/>
            <a:t>yperparameter</a:t>
          </a:r>
          <a:endParaRPr lang="en-GB" sz="3600" dirty="0"/>
        </a:p>
      </dgm:t>
    </dgm:pt>
    <dgm:pt modelId="{85B04F67-BF21-4DB7-8B5B-25E8C7C2D8F1}" type="sibTrans" cxnId="{8C1D9B40-AE26-451E-A135-714473A6B310}">
      <dgm:prSet/>
      <dgm:spPr/>
      <dgm:t>
        <a:bodyPr/>
        <a:lstStyle/>
        <a:p>
          <a:endParaRPr lang="en-GB"/>
        </a:p>
      </dgm:t>
    </dgm:pt>
    <dgm:pt modelId="{D61B1AD4-17D6-4E69-B230-A07842AE4511}" type="parTrans" cxnId="{8C1D9B40-AE26-451E-A135-714473A6B310}">
      <dgm:prSet/>
      <dgm:spPr/>
      <dgm:t>
        <a:bodyPr/>
        <a:lstStyle/>
        <a:p>
          <a:endParaRPr lang="en-GB"/>
        </a:p>
      </dgm:t>
    </dgm:pt>
    <dgm:pt modelId="{62A62B08-40E2-4300-AB1E-F2AAC34C9B63}">
      <dgm:prSet custT="1"/>
      <dgm:spPr/>
      <dgm:t>
        <a:bodyPr/>
        <a:lstStyle/>
        <a:p>
          <a:r>
            <a:rPr lang="tr-TR" sz="3600" dirty="0" err="1"/>
            <a:t>Pre-process</a:t>
          </a:r>
          <a:endParaRPr lang="en-GB" sz="3600" dirty="0"/>
        </a:p>
      </dgm:t>
    </dgm:pt>
    <dgm:pt modelId="{E6A2B657-9C93-4546-BB7E-9F23EC2686DD}" type="sibTrans" cxnId="{3E1F793F-7FF0-400C-AFDE-C4194F46988C}">
      <dgm:prSet/>
      <dgm:spPr/>
      <dgm:t>
        <a:bodyPr/>
        <a:lstStyle/>
        <a:p>
          <a:endParaRPr lang="en-GB"/>
        </a:p>
      </dgm:t>
    </dgm:pt>
    <dgm:pt modelId="{2E7B7F4C-068C-4D26-80E1-FB1166618124}" type="parTrans" cxnId="{3E1F793F-7FF0-400C-AFDE-C4194F46988C}">
      <dgm:prSet/>
      <dgm:spPr/>
      <dgm:t>
        <a:bodyPr/>
        <a:lstStyle/>
        <a:p>
          <a:endParaRPr lang="en-GB"/>
        </a:p>
      </dgm:t>
    </dgm:pt>
    <dgm:pt modelId="{24361DCE-8F68-400D-86E0-21BDC81E6213}">
      <dgm:prSet/>
      <dgm:spPr/>
      <dgm:t>
        <a:bodyPr/>
        <a:lstStyle/>
        <a:p>
          <a:r>
            <a:rPr lang="en-GB" dirty="0"/>
            <a:t>Later, when the learning rate value was decreased from 0.0001 to 0.00001, the training time of the model increased, and the loss graph became smoother.</a:t>
          </a:r>
        </a:p>
      </dgm:t>
    </dgm:pt>
    <dgm:pt modelId="{205351A3-0397-4D25-ABA1-0E1D19108DCD}" type="parTrans" cxnId="{44FE86E7-499D-4586-B6A5-6A239873A7A0}">
      <dgm:prSet/>
      <dgm:spPr/>
      <dgm:t>
        <a:bodyPr/>
        <a:lstStyle/>
        <a:p>
          <a:endParaRPr lang="en-GB"/>
        </a:p>
      </dgm:t>
    </dgm:pt>
    <dgm:pt modelId="{06C107EC-272E-4712-82BA-2E586188BABB}" type="sibTrans" cxnId="{44FE86E7-499D-4586-B6A5-6A239873A7A0}">
      <dgm:prSet/>
      <dgm:spPr/>
      <dgm:t>
        <a:bodyPr/>
        <a:lstStyle/>
        <a:p>
          <a:endParaRPr lang="en-GB"/>
        </a:p>
      </dgm:t>
    </dgm:pt>
    <dgm:pt modelId="{547D3234-7697-4A09-A84D-53F8A4A495D6}">
      <dgm:prSet/>
      <dgm:spPr/>
      <dgm:t>
        <a:bodyPr/>
        <a:lstStyle/>
        <a:p>
          <a:r>
            <a:rPr lang="en-GB" dirty="0"/>
            <a:t>Data augmentation techniques were tried to prevent the model from overfitting, and good results were achieved by only adding brightness.</a:t>
          </a:r>
        </a:p>
      </dgm:t>
    </dgm:pt>
    <dgm:pt modelId="{71DFAA9B-9AE7-4F06-8F30-671BE41F1A3C}" type="parTrans" cxnId="{16323619-C7C0-485A-9C89-3ED89B82B35E}">
      <dgm:prSet/>
      <dgm:spPr/>
      <dgm:t>
        <a:bodyPr/>
        <a:lstStyle/>
        <a:p>
          <a:endParaRPr lang="en-GB"/>
        </a:p>
      </dgm:t>
    </dgm:pt>
    <dgm:pt modelId="{8469BBC3-88D6-403E-B154-75A561047675}" type="sibTrans" cxnId="{16323619-C7C0-485A-9C89-3ED89B82B35E}">
      <dgm:prSet/>
      <dgm:spPr/>
      <dgm:t>
        <a:bodyPr/>
        <a:lstStyle/>
        <a:p>
          <a:endParaRPr lang="en-GB"/>
        </a:p>
      </dgm:t>
    </dgm:pt>
    <dgm:pt modelId="{CA4C711B-37E4-4E99-95CB-2433FF8EF9DB}">
      <dgm:prSet custT="1"/>
      <dgm:spPr/>
      <dgm:t>
        <a:bodyPr/>
        <a:lstStyle/>
        <a:p>
          <a:r>
            <a:rPr lang="tr-TR" sz="3600" dirty="0"/>
            <a:t>R</a:t>
          </a:r>
          <a:r>
            <a:rPr lang="en-GB" sz="3600" dirty="0" err="1"/>
            <a:t>egularization</a:t>
          </a:r>
          <a:endParaRPr lang="en-GB" sz="3600" dirty="0"/>
        </a:p>
      </dgm:t>
    </dgm:pt>
    <dgm:pt modelId="{7A043655-D984-4CDA-BADA-C6E8FA85E63F}" type="parTrans" cxnId="{1A2A5B1D-70B7-4116-820B-84D45B1A9AE7}">
      <dgm:prSet/>
      <dgm:spPr/>
      <dgm:t>
        <a:bodyPr/>
        <a:lstStyle/>
        <a:p>
          <a:endParaRPr lang="en-GB"/>
        </a:p>
      </dgm:t>
    </dgm:pt>
    <dgm:pt modelId="{78FF8DA9-4C6A-4BF0-A33A-14B07EE2127A}" type="sibTrans" cxnId="{1A2A5B1D-70B7-4116-820B-84D45B1A9AE7}">
      <dgm:prSet/>
      <dgm:spPr/>
      <dgm:t>
        <a:bodyPr/>
        <a:lstStyle/>
        <a:p>
          <a:endParaRPr lang="en-GB"/>
        </a:p>
      </dgm:t>
    </dgm:pt>
    <dgm:pt modelId="{FA0B0C43-12CB-491D-9B83-E73AB19C8D1D}">
      <dgm:prSet custT="1"/>
      <dgm:spPr/>
      <dgm:t>
        <a:bodyPr/>
        <a:lstStyle/>
        <a:p>
          <a:r>
            <a:rPr lang="tr-TR" sz="3600" dirty="0" err="1"/>
            <a:t>Optimizer</a:t>
          </a:r>
          <a:endParaRPr lang="en-GB" sz="3600" dirty="0"/>
        </a:p>
      </dgm:t>
    </dgm:pt>
    <dgm:pt modelId="{79D46408-9A07-4D73-8B96-AA852236A578}" type="parTrans" cxnId="{6BE7896B-9C10-436A-98A2-581CAB1CA97F}">
      <dgm:prSet/>
      <dgm:spPr/>
      <dgm:t>
        <a:bodyPr/>
        <a:lstStyle/>
        <a:p>
          <a:endParaRPr lang="en-GB"/>
        </a:p>
      </dgm:t>
    </dgm:pt>
    <dgm:pt modelId="{29B8B89A-4B51-4C86-AF12-3FED3440FED4}" type="sibTrans" cxnId="{6BE7896B-9C10-436A-98A2-581CAB1CA97F}">
      <dgm:prSet/>
      <dgm:spPr/>
      <dgm:t>
        <a:bodyPr/>
        <a:lstStyle/>
        <a:p>
          <a:endParaRPr lang="en-GB"/>
        </a:p>
      </dgm:t>
    </dgm:pt>
    <dgm:pt modelId="{8C649EBB-35C9-41E5-A154-C166ED26CDDF}">
      <dgm:prSet/>
      <dgm:spPr/>
      <dgm:t>
        <a:bodyPr/>
        <a:lstStyle/>
        <a:p>
          <a:r>
            <a:rPr lang="en-GB" dirty="0"/>
            <a:t>Additionally, an L2 </a:t>
          </a:r>
          <a:r>
            <a:rPr lang="en-GB" dirty="0" err="1"/>
            <a:t>regularizer</a:t>
          </a:r>
          <a:r>
            <a:rPr lang="en-GB" dirty="0"/>
            <a:t> was added to the layer to prevent overfitting and enable the model to generalize.</a:t>
          </a:r>
        </a:p>
      </dgm:t>
    </dgm:pt>
    <dgm:pt modelId="{2F1822B4-99DD-434D-B1A2-E49F8556458C}" type="parTrans" cxnId="{BF7A8895-E64F-4189-A2F3-DB9C0082FC8E}">
      <dgm:prSet/>
      <dgm:spPr/>
      <dgm:t>
        <a:bodyPr/>
        <a:lstStyle/>
        <a:p>
          <a:endParaRPr lang="en-GB"/>
        </a:p>
      </dgm:t>
    </dgm:pt>
    <dgm:pt modelId="{4BDE04AE-14E7-443B-B277-90BC99F3F927}" type="sibTrans" cxnId="{BF7A8895-E64F-4189-A2F3-DB9C0082FC8E}">
      <dgm:prSet/>
      <dgm:spPr/>
      <dgm:t>
        <a:bodyPr/>
        <a:lstStyle/>
        <a:p>
          <a:endParaRPr lang="en-GB"/>
        </a:p>
      </dgm:t>
    </dgm:pt>
    <dgm:pt modelId="{DC5EAD8B-3202-4909-8FDA-2D3F119E7380}">
      <dgm:prSet/>
      <dgm:spPr/>
      <dgm:t>
        <a:bodyPr/>
        <a:lstStyle/>
        <a:p>
          <a:r>
            <a:rPr lang="en-GB" dirty="0"/>
            <a:t>To facilitate rapid and effective training, the "Adam" optimizer was preferred and added.</a:t>
          </a:r>
        </a:p>
      </dgm:t>
    </dgm:pt>
    <dgm:pt modelId="{54A0B22D-A420-4E47-B131-C226C1CB1411}" type="parTrans" cxnId="{7ECDA4E1-83D8-483C-BC2E-71BAF67DD629}">
      <dgm:prSet/>
      <dgm:spPr/>
      <dgm:t>
        <a:bodyPr/>
        <a:lstStyle/>
        <a:p>
          <a:endParaRPr lang="en-GB"/>
        </a:p>
      </dgm:t>
    </dgm:pt>
    <dgm:pt modelId="{0628DD7B-E432-42ED-9971-86EB56FEB52F}" type="sibTrans" cxnId="{7ECDA4E1-83D8-483C-BC2E-71BAF67DD629}">
      <dgm:prSet/>
      <dgm:spPr/>
      <dgm:t>
        <a:bodyPr/>
        <a:lstStyle/>
        <a:p>
          <a:endParaRPr lang="en-GB"/>
        </a:p>
      </dgm:t>
    </dgm:pt>
    <dgm:pt modelId="{65BA244F-4063-49D0-B80C-159D645A75B9}">
      <dgm:prSet/>
      <dgm:spPr/>
      <dgm:t>
        <a:bodyPr/>
        <a:lstStyle/>
        <a:p>
          <a:r>
            <a:rPr lang="en-GB" dirty="0"/>
            <a:t>During training, the data was normalized, but there was no normalization during the testing phase. Normalization was also added during the testing phase, but the result was not as expected.</a:t>
          </a:r>
        </a:p>
      </dgm:t>
    </dgm:pt>
    <dgm:pt modelId="{73C3E6F2-3778-4316-BC53-E6B6593D974C}" type="parTrans" cxnId="{30C2786C-9EAB-4D9B-9A60-3983720746C0}">
      <dgm:prSet/>
      <dgm:spPr/>
      <dgm:t>
        <a:bodyPr/>
        <a:lstStyle/>
        <a:p>
          <a:endParaRPr lang="en-GB"/>
        </a:p>
      </dgm:t>
    </dgm:pt>
    <dgm:pt modelId="{6B1AEE1C-B52E-4651-8C87-0DF0F9CAB4BC}" type="sibTrans" cxnId="{30C2786C-9EAB-4D9B-9A60-3983720746C0}">
      <dgm:prSet/>
      <dgm:spPr/>
      <dgm:t>
        <a:bodyPr/>
        <a:lstStyle/>
        <a:p>
          <a:endParaRPr lang="en-GB"/>
        </a:p>
      </dgm:t>
    </dgm:pt>
    <dgm:pt modelId="{779A37E4-E50F-4968-86ED-04664EADF7DC}">
      <dgm:prSet/>
      <dgm:spPr/>
      <dgm:t>
        <a:bodyPr/>
        <a:lstStyle/>
        <a:p>
          <a:r>
            <a:rPr lang="en-GB" dirty="0"/>
            <a:t>Initially, when the batch size value was increased from 32 to 64, a significant decrease in validation loss was observed.</a:t>
          </a:r>
        </a:p>
      </dgm:t>
    </dgm:pt>
    <dgm:pt modelId="{A6B57777-8D88-44E4-A153-9010C30E2BC7}" type="parTrans" cxnId="{AF4F3A63-5156-4613-96CF-7D7B108CB278}">
      <dgm:prSet/>
      <dgm:spPr/>
      <dgm:t>
        <a:bodyPr/>
        <a:lstStyle/>
        <a:p>
          <a:endParaRPr lang="en-GB"/>
        </a:p>
      </dgm:t>
    </dgm:pt>
    <dgm:pt modelId="{232EF8EA-8316-4DF8-9650-2A6A58B7C9F0}" type="sibTrans" cxnId="{AF4F3A63-5156-4613-96CF-7D7B108CB278}">
      <dgm:prSet/>
      <dgm:spPr/>
      <dgm:t>
        <a:bodyPr/>
        <a:lstStyle/>
        <a:p>
          <a:endParaRPr lang="en-GB"/>
        </a:p>
      </dgm:t>
    </dgm:pt>
    <dgm:pt modelId="{BCD8EC70-FD8F-41E7-A053-2FB37256FA0A}">
      <dgm:prSet/>
      <dgm:spPr/>
      <dgm:t>
        <a:bodyPr/>
        <a:lstStyle/>
        <a:p>
          <a:r>
            <a:rPr lang="en-GB" dirty="0"/>
            <a:t>Additionally, the model's generalization ability was enhanced by adding a Dropout layer. During training, different neurons are deactivated in each iteration, making the model more robust and flexible.</a:t>
          </a:r>
        </a:p>
      </dgm:t>
    </dgm:pt>
    <dgm:pt modelId="{8E83C076-32E0-4073-861E-3DBB206FFAAF}" type="parTrans" cxnId="{419AB9FA-56E6-44E9-9198-5F4B61411250}">
      <dgm:prSet/>
      <dgm:spPr/>
      <dgm:t>
        <a:bodyPr/>
        <a:lstStyle/>
        <a:p>
          <a:endParaRPr lang="en-GB"/>
        </a:p>
      </dgm:t>
    </dgm:pt>
    <dgm:pt modelId="{73A1406C-BBB1-4047-8859-2F7C25C77049}" type="sibTrans" cxnId="{419AB9FA-56E6-44E9-9198-5F4B61411250}">
      <dgm:prSet/>
      <dgm:spPr/>
      <dgm:t>
        <a:bodyPr/>
        <a:lstStyle/>
        <a:p>
          <a:endParaRPr lang="en-GB"/>
        </a:p>
      </dgm:t>
    </dgm:pt>
    <dgm:pt modelId="{DE8533B8-0CD2-49A7-B608-837592200CD1}">
      <dgm:prSet/>
      <dgm:spPr/>
      <dgm:t>
        <a:bodyPr/>
        <a:lstStyle/>
        <a:p>
          <a:r>
            <a:rPr lang="en-GB" dirty="0"/>
            <a:t>The resizing layer resizes incoming images to a specific dimension, while the rescaling layer scales pixel values to the [0,1] range.</a:t>
          </a:r>
        </a:p>
      </dgm:t>
    </dgm:pt>
    <dgm:pt modelId="{3C4D8014-6F53-4264-BBD2-0C72D6902AF0}" type="parTrans" cxnId="{465EB49C-F2F4-492F-8C2A-607B53D89F1A}">
      <dgm:prSet/>
      <dgm:spPr/>
      <dgm:t>
        <a:bodyPr/>
        <a:lstStyle/>
        <a:p>
          <a:endParaRPr lang="en-GB"/>
        </a:p>
      </dgm:t>
    </dgm:pt>
    <dgm:pt modelId="{BF13194C-444B-4B92-B508-11D038DE5658}" type="sibTrans" cxnId="{465EB49C-F2F4-492F-8C2A-607B53D89F1A}">
      <dgm:prSet/>
      <dgm:spPr/>
      <dgm:t>
        <a:bodyPr/>
        <a:lstStyle/>
        <a:p>
          <a:endParaRPr lang="en-GB"/>
        </a:p>
      </dgm:t>
    </dgm:pt>
    <dgm:pt modelId="{3C4F276D-A4F0-4A06-BC3F-43D7C546833C}">
      <dgm:prSet/>
      <dgm:spPr/>
      <dgm:t>
        <a:bodyPr/>
        <a:lstStyle/>
        <a:p>
          <a:r>
            <a:rPr lang="en-GB" dirty="0"/>
            <a:t>Different image sizes were tested, and it was observed that the optimal result was achieved with a size of 512x512 pixels.</a:t>
          </a:r>
          <a:r>
            <a:rPr lang="tr-TR" dirty="0"/>
            <a:t> </a:t>
          </a:r>
          <a:br>
            <a:rPr lang="en-GB" dirty="0"/>
          </a:br>
          <a:endParaRPr lang="en-GB" dirty="0"/>
        </a:p>
      </dgm:t>
    </dgm:pt>
    <dgm:pt modelId="{11CA3C9D-6383-493F-B772-788971791076}" type="parTrans" cxnId="{15030AAE-27F6-4F5B-8AE3-F16D03299249}">
      <dgm:prSet/>
      <dgm:spPr/>
      <dgm:t>
        <a:bodyPr/>
        <a:lstStyle/>
        <a:p>
          <a:endParaRPr lang="en-GB"/>
        </a:p>
      </dgm:t>
    </dgm:pt>
    <dgm:pt modelId="{EA44F9CD-3E96-4DE9-91AE-01BF77291622}" type="sibTrans" cxnId="{15030AAE-27F6-4F5B-8AE3-F16D03299249}">
      <dgm:prSet/>
      <dgm:spPr/>
      <dgm:t>
        <a:bodyPr/>
        <a:lstStyle/>
        <a:p>
          <a:endParaRPr lang="en-GB"/>
        </a:p>
      </dgm:t>
    </dgm:pt>
    <dgm:pt modelId="{4EB766B1-44F9-40FD-BC44-BFD1093562A5}">
      <dgm:prSet/>
      <dgm:spPr/>
      <dgm:t>
        <a:bodyPr/>
        <a:lstStyle/>
        <a:p>
          <a:r>
            <a:rPr lang="en-GB" dirty="0"/>
            <a:t>Different epoch values were tested, and it was determined that using 300 epochs was most appropriate.</a:t>
          </a:r>
        </a:p>
      </dgm:t>
    </dgm:pt>
    <dgm:pt modelId="{A202EDD3-5FD5-467E-B058-3DB92A0DB294}" type="parTrans" cxnId="{85A23BDC-050A-4F81-BE4C-D8C3B7DC00FC}">
      <dgm:prSet/>
      <dgm:spPr/>
      <dgm:t>
        <a:bodyPr/>
        <a:lstStyle/>
        <a:p>
          <a:endParaRPr lang="en-GB"/>
        </a:p>
      </dgm:t>
    </dgm:pt>
    <dgm:pt modelId="{1A992B71-ABBD-47B2-92BE-D87D19262626}" type="sibTrans" cxnId="{85A23BDC-050A-4F81-BE4C-D8C3B7DC00FC}">
      <dgm:prSet/>
      <dgm:spPr/>
      <dgm:t>
        <a:bodyPr/>
        <a:lstStyle/>
        <a:p>
          <a:endParaRPr lang="en-GB"/>
        </a:p>
      </dgm:t>
    </dgm:pt>
    <dgm:pt modelId="{CA722F60-7833-4828-9CEE-C44EF6ED4C1D}" type="pres">
      <dgm:prSet presAssocID="{3EE5EBE3-133D-41D5-8F7A-34B4E9D4A5F0}" presName="diagram" presStyleCnt="0">
        <dgm:presLayoutVars>
          <dgm:chPref val="1"/>
          <dgm:dir/>
          <dgm:animOne val="branch"/>
          <dgm:animLvl val="lvl"/>
          <dgm:resizeHandles val="exact"/>
        </dgm:presLayoutVars>
      </dgm:prSet>
      <dgm:spPr/>
    </dgm:pt>
    <dgm:pt modelId="{FA21E0F9-DAA0-4D88-A995-1D6BF8D4D617}" type="pres">
      <dgm:prSet presAssocID="{50D9ECDA-9E85-4AE2-BF3B-E7A589120A59}" presName="root1" presStyleCnt="0"/>
      <dgm:spPr/>
    </dgm:pt>
    <dgm:pt modelId="{36889CB3-FF99-4793-836B-D8D77234AA6E}" type="pres">
      <dgm:prSet presAssocID="{50D9ECDA-9E85-4AE2-BF3B-E7A589120A59}" presName="LevelOneTextNode" presStyleLbl="node0" presStyleIdx="0" presStyleCnt="1" custLinFactNeighborX="-39923" custLinFactNeighborY="2249">
        <dgm:presLayoutVars>
          <dgm:chPref val="3"/>
        </dgm:presLayoutVars>
      </dgm:prSet>
      <dgm:spPr/>
    </dgm:pt>
    <dgm:pt modelId="{579F3A1C-41C0-4467-A14E-EFF630007D5B}" type="pres">
      <dgm:prSet presAssocID="{50D9ECDA-9E85-4AE2-BF3B-E7A589120A59}" presName="level2hierChild" presStyleCnt="0"/>
      <dgm:spPr/>
    </dgm:pt>
    <dgm:pt modelId="{4555F137-B9BE-4A50-8EBF-12524771A86F}" type="pres">
      <dgm:prSet presAssocID="{D61B1AD4-17D6-4E69-B230-A07842AE4511}" presName="conn2-1" presStyleLbl="parChTrans1D2" presStyleIdx="0" presStyleCnt="4"/>
      <dgm:spPr/>
    </dgm:pt>
    <dgm:pt modelId="{7E386830-8168-478C-A9E1-B7931C7FB837}" type="pres">
      <dgm:prSet presAssocID="{D61B1AD4-17D6-4E69-B230-A07842AE4511}" presName="connTx" presStyleLbl="parChTrans1D2" presStyleIdx="0" presStyleCnt="4"/>
      <dgm:spPr/>
    </dgm:pt>
    <dgm:pt modelId="{7FEBBB46-4F1A-47B6-90B7-86759AD21D85}" type="pres">
      <dgm:prSet presAssocID="{D2FAB63C-81E4-4F58-B02E-5A5B31263434}" presName="root2" presStyleCnt="0"/>
      <dgm:spPr/>
    </dgm:pt>
    <dgm:pt modelId="{6461BB1F-1530-45CA-98B8-871BAAAB815B}" type="pres">
      <dgm:prSet presAssocID="{D2FAB63C-81E4-4F58-B02E-5A5B31263434}" presName="LevelTwoTextNode" presStyleLbl="node2" presStyleIdx="0" presStyleCnt="4">
        <dgm:presLayoutVars>
          <dgm:chPref val="3"/>
        </dgm:presLayoutVars>
      </dgm:prSet>
      <dgm:spPr/>
    </dgm:pt>
    <dgm:pt modelId="{3DFEAC5A-32EA-4649-BE87-D7E9AA7F4834}" type="pres">
      <dgm:prSet presAssocID="{D2FAB63C-81E4-4F58-B02E-5A5B31263434}" presName="level3hierChild" presStyleCnt="0"/>
      <dgm:spPr/>
    </dgm:pt>
    <dgm:pt modelId="{A1A970C4-2848-4079-8E48-DC049FCCFAE4}" type="pres">
      <dgm:prSet presAssocID="{A202EDD3-5FD5-467E-B058-3DB92A0DB294}" presName="conn2-1" presStyleLbl="parChTrans1D3" presStyleIdx="0" presStyleCnt="5"/>
      <dgm:spPr/>
    </dgm:pt>
    <dgm:pt modelId="{9BC4B15F-B655-4428-A6E6-04C4FEFFDDFF}" type="pres">
      <dgm:prSet presAssocID="{A202EDD3-5FD5-467E-B058-3DB92A0DB294}" presName="connTx" presStyleLbl="parChTrans1D3" presStyleIdx="0" presStyleCnt="5"/>
      <dgm:spPr/>
    </dgm:pt>
    <dgm:pt modelId="{F14D98F6-F54D-443F-B84F-9EF775EB3D00}" type="pres">
      <dgm:prSet presAssocID="{4EB766B1-44F9-40FD-BC44-BFD1093562A5}" presName="root2" presStyleCnt="0"/>
      <dgm:spPr/>
    </dgm:pt>
    <dgm:pt modelId="{9DB75415-2157-425F-B16D-C4B6746D9FDA}" type="pres">
      <dgm:prSet presAssocID="{4EB766B1-44F9-40FD-BC44-BFD1093562A5}" presName="LevelTwoTextNode" presStyleLbl="node3" presStyleIdx="0" presStyleCnt="5">
        <dgm:presLayoutVars>
          <dgm:chPref val="3"/>
        </dgm:presLayoutVars>
      </dgm:prSet>
      <dgm:spPr/>
    </dgm:pt>
    <dgm:pt modelId="{154294FF-9DBC-476A-9FDC-23A3727A0C63}" type="pres">
      <dgm:prSet presAssocID="{4EB766B1-44F9-40FD-BC44-BFD1093562A5}" presName="level3hierChild" presStyleCnt="0"/>
      <dgm:spPr/>
    </dgm:pt>
    <dgm:pt modelId="{DDFFD480-F8B5-402D-B81A-4AED76AD7764}" type="pres">
      <dgm:prSet presAssocID="{205351A3-0397-4D25-ABA1-0E1D19108DCD}" presName="conn2-1" presStyleLbl="parChTrans1D4" presStyleIdx="0" presStyleCnt="5"/>
      <dgm:spPr/>
    </dgm:pt>
    <dgm:pt modelId="{E19E5A6E-1C60-48BD-95C9-880368BB3464}" type="pres">
      <dgm:prSet presAssocID="{205351A3-0397-4D25-ABA1-0E1D19108DCD}" presName="connTx" presStyleLbl="parChTrans1D4" presStyleIdx="0" presStyleCnt="5"/>
      <dgm:spPr/>
    </dgm:pt>
    <dgm:pt modelId="{8886C263-BC5E-4559-9658-9776C39D6982}" type="pres">
      <dgm:prSet presAssocID="{24361DCE-8F68-400D-86E0-21BDC81E6213}" presName="root2" presStyleCnt="0"/>
      <dgm:spPr/>
    </dgm:pt>
    <dgm:pt modelId="{AE55CD77-818B-4184-9B30-D2DFB5F1740E}" type="pres">
      <dgm:prSet presAssocID="{24361DCE-8F68-400D-86E0-21BDC81E6213}" presName="LevelTwoTextNode" presStyleLbl="node4" presStyleIdx="0" presStyleCnt="5">
        <dgm:presLayoutVars>
          <dgm:chPref val="3"/>
        </dgm:presLayoutVars>
      </dgm:prSet>
      <dgm:spPr/>
    </dgm:pt>
    <dgm:pt modelId="{EC9548DF-E3F9-4493-A036-F8482BBE2216}" type="pres">
      <dgm:prSet presAssocID="{24361DCE-8F68-400D-86E0-21BDC81E6213}" presName="level3hierChild" presStyleCnt="0"/>
      <dgm:spPr/>
    </dgm:pt>
    <dgm:pt modelId="{5FC326DE-DE2A-43CE-9761-7A7917566807}" type="pres">
      <dgm:prSet presAssocID="{A6B57777-8D88-44E4-A153-9010C30E2BC7}" presName="conn2-1" presStyleLbl="parChTrans1D4" presStyleIdx="1" presStyleCnt="5"/>
      <dgm:spPr/>
    </dgm:pt>
    <dgm:pt modelId="{7FD08A3E-FB17-45A7-A441-5F16975A763C}" type="pres">
      <dgm:prSet presAssocID="{A6B57777-8D88-44E4-A153-9010C30E2BC7}" presName="connTx" presStyleLbl="parChTrans1D4" presStyleIdx="1" presStyleCnt="5"/>
      <dgm:spPr/>
    </dgm:pt>
    <dgm:pt modelId="{195F8813-F98B-4D94-85EB-15B9B3AA9225}" type="pres">
      <dgm:prSet presAssocID="{779A37E4-E50F-4968-86ED-04664EADF7DC}" presName="root2" presStyleCnt="0"/>
      <dgm:spPr/>
    </dgm:pt>
    <dgm:pt modelId="{4BEBBB85-CE46-4A2F-B66E-828E1F177CB0}" type="pres">
      <dgm:prSet presAssocID="{779A37E4-E50F-4968-86ED-04664EADF7DC}" presName="LevelTwoTextNode" presStyleLbl="node4" presStyleIdx="1" presStyleCnt="5">
        <dgm:presLayoutVars>
          <dgm:chPref val="3"/>
        </dgm:presLayoutVars>
      </dgm:prSet>
      <dgm:spPr/>
    </dgm:pt>
    <dgm:pt modelId="{47E6C52F-DC25-4678-983C-869F66C5B9DA}" type="pres">
      <dgm:prSet presAssocID="{779A37E4-E50F-4968-86ED-04664EADF7DC}" presName="level3hierChild" presStyleCnt="0"/>
      <dgm:spPr/>
    </dgm:pt>
    <dgm:pt modelId="{F87776C6-42C2-4CAC-B0BF-1419D4974053}" type="pres">
      <dgm:prSet presAssocID="{11CA3C9D-6383-493F-B772-788971791076}" presName="conn2-1" presStyleLbl="parChTrans1D4" presStyleIdx="2" presStyleCnt="5"/>
      <dgm:spPr/>
    </dgm:pt>
    <dgm:pt modelId="{F838ED27-0648-4464-844B-99B424BFDBBB}" type="pres">
      <dgm:prSet presAssocID="{11CA3C9D-6383-493F-B772-788971791076}" presName="connTx" presStyleLbl="parChTrans1D4" presStyleIdx="2" presStyleCnt="5"/>
      <dgm:spPr/>
    </dgm:pt>
    <dgm:pt modelId="{2741295B-3EF5-4295-A71D-3587081F5212}" type="pres">
      <dgm:prSet presAssocID="{3C4F276D-A4F0-4A06-BC3F-43D7C546833C}" presName="root2" presStyleCnt="0"/>
      <dgm:spPr/>
    </dgm:pt>
    <dgm:pt modelId="{F3DE8931-3196-4B6F-9C96-4E1B73016171}" type="pres">
      <dgm:prSet presAssocID="{3C4F276D-A4F0-4A06-BC3F-43D7C546833C}" presName="LevelTwoTextNode" presStyleLbl="node4" presStyleIdx="2" presStyleCnt="5">
        <dgm:presLayoutVars>
          <dgm:chPref val="3"/>
        </dgm:presLayoutVars>
      </dgm:prSet>
      <dgm:spPr/>
    </dgm:pt>
    <dgm:pt modelId="{6566DDA6-038E-4D2D-AB9D-861822C2A621}" type="pres">
      <dgm:prSet presAssocID="{3C4F276D-A4F0-4A06-BC3F-43D7C546833C}" presName="level3hierChild" presStyleCnt="0"/>
      <dgm:spPr/>
    </dgm:pt>
    <dgm:pt modelId="{B74A2A3B-DB68-4C69-B3D1-C0581C9E0DCF}" type="pres">
      <dgm:prSet presAssocID="{7A043655-D984-4CDA-BADA-C6E8FA85E63F}" presName="conn2-1" presStyleLbl="parChTrans1D2" presStyleIdx="1" presStyleCnt="4"/>
      <dgm:spPr/>
    </dgm:pt>
    <dgm:pt modelId="{62E645C1-3782-4C24-837E-4FBA499EE231}" type="pres">
      <dgm:prSet presAssocID="{7A043655-D984-4CDA-BADA-C6E8FA85E63F}" presName="connTx" presStyleLbl="parChTrans1D2" presStyleIdx="1" presStyleCnt="4"/>
      <dgm:spPr/>
    </dgm:pt>
    <dgm:pt modelId="{0EAA1683-3C7F-4B3A-A65A-BDE87DF02AED}" type="pres">
      <dgm:prSet presAssocID="{CA4C711B-37E4-4E99-95CB-2433FF8EF9DB}" presName="root2" presStyleCnt="0"/>
      <dgm:spPr/>
    </dgm:pt>
    <dgm:pt modelId="{F6EB0C54-6FEF-4F75-90E2-503A4C8B820C}" type="pres">
      <dgm:prSet presAssocID="{CA4C711B-37E4-4E99-95CB-2433FF8EF9DB}" presName="LevelTwoTextNode" presStyleLbl="node2" presStyleIdx="1" presStyleCnt="4">
        <dgm:presLayoutVars>
          <dgm:chPref val="3"/>
        </dgm:presLayoutVars>
      </dgm:prSet>
      <dgm:spPr/>
    </dgm:pt>
    <dgm:pt modelId="{F5BE69EA-4C6F-4AA0-B9E1-33A8D2B7ABC5}" type="pres">
      <dgm:prSet presAssocID="{CA4C711B-37E4-4E99-95CB-2433FF8EF9DB}" presName="level3hierChild" presStyleCnt="0"/>
      <dgm:spPr/>
    </dgm:pt>
    <dgm:pt modelId="{D68FB2FE-1F1E-4381-B663-79AC24A8077E}" type="pres">
      <dgm:prSet presAssocID="{2F1822B4-99DD-434D-B1A2-E49F8556458C}" presName="conn2-1" presStyleLbl="parChTrans1D3" presStyleIdx="1" presStyleCnt="5"/>
      <dgm:spPr/>
    </dgm:pt>
    <dgm:pt modelId="{B18E4ADF-71A9-420A-B9B2-FFF1478A7965}" type="pres">
      <dgm:prSet presAssocID="{2F1822B4-99DD-434D-B1A2-E49F8556458C}" presName="connTx" presStyleLbl="parChTrans1D3" presStyleIdx="1" presStyleCnt="5"/>
      <dgm:spPr/>
    </dgm:pt>
    <dgm:pt modelId="{0B15EBA1-972A-4E5D-A163-E148743917C5}" type="pres">
      <dgm:prSet presAssocID="{8C649EBB-35C9-41E5-A154-C166ED26CDDF}" presName="root2" presStyleCnt="0"/>
      <dgm:spPr/>
    </dgm:pt>
    <dgm:pt modelId="{F7A592A4-00C3-45EB-8FD4-DA7C0C61592E}" type="pres">
      <dgm:prSet presAssocID="{8C649EBB-35C9-41E5-A154-C166ED26CDDF}" presName="LevelTwoTextNode" presStyleLbl="node3" presStyleIdx="1" presStyleCnt="5">
        <dgm:presLayoutVars>
          <dgm:chPref val="3"/>
        </dgm:presLayoutVars>
      </dgm:prSet>
      <dgm:spPr/>
    </dgm:pt>
    <dgm:pt modelId="{28AF0DB2-E316-4D58-9685-746D4AEC71C3}" type="pres">
      <dgm:prSet presAssocID="{8C649EBB-35C9-41E5-A154-C166ED26CDDF}" presName="level3hierChild" presStyleCnt="0"/>
      <dgm:spPr/>
    </dgm:pt>
    <dgm:pt modelId="{C3E86FC0-9B7A-4250-B1B6-D77B2C09ECD8}" type="pres">
      <dgm:prSet presAssocID="{8E83C076-32E0-4073-861E-3DBB206FFAAF}" presName="conn2-1" presStyleLbl="parChTrans1D4" presStyleIdx="3" presStyleCnt="5"/>
      <dgm:spPr/>
    </dgm:pt>
    <dgm:pt modelId="{3BABCB8F-5E55-4D7F-AAC3-9987C81E5A95}" type="pres">
      <dgm:prSet presAssocID="{8E83C076-32E0-4073-861E-3DBB206FFAAF}" presName="connTx" presStyleLbl="parChTrans1D4" presStyleIdx="3" presStyleCnt="5"/>
      <dgm:spPr/>
    </dgm:pt>
    <dgm:pt modelId="{7E76D243-3FA9-454D-A3FD-B6E357A44BB1}" type="pres">
      <dgm:prSet presAssocID="{BCD8EC70-FD8F-41E7-A053-2FB37256FA0A}" presName="root2" presStyleCnt="0"/>
      <dgm:spPr/>
    </dgm:pt>
    <dgm:pt modelId="{5DDA5211-B64C-40E6-9B24-66BC066A2ACA}" type="pres">
      <dgm:prSet presAssocID="{BCD8EC70-FD8F-41E7-A053-2FB37256FA0A}" presName="LevelTwoTextNode" presStyleLbl="node4" presStyleIdx="3" presStyleCnt="5">
        <dgm:presLayoutVars>
          <dgm:chPref val="3"/>
        </dgm:presLayoutVars>
      </dgm:prSet>
      <dgm:spPr/>
    </dgm:pt>
    <dgm:pt modelId="{B495C510-ABCC-4755-A512-E934F612231D}" type="pres">
      <dgm:prSet presAssocID="{BCD8EC70-FD8F-41E7-A053-2FB37256FA0A}" presName="level3hierChild" presStyleCnt="0"/>
      <dgm:spPr/>
    </dgm:pt>
    <dgm:pt modelId="{C9482276-0A14-4723-B642-EDF712411C50}" type="pres">
      <dgm:prSet presAssocID="{79D46408-9A07-4D73-8B96-AA852236A578}" presName="conn2-1" presStyleLbl="parChTrans1D2" presStyleIdx="2" presStyleCnt="4"/>
      <dgm:spPr/>
    </dgm:pt>
    <dgm:pt modelId="{0EAFA836-E0FC-4812-9012-27B750E6FCA2}" type="pres">
      <dgm:prSet presAssocID="{79D46408-9A07-4D73-8B96-AA852236A578}" presName="connTx" presStyleLbl="parChTrans1D2" presStyleIdx="2" presStyleCnt="4"/>
      <dgm:spPr/>
    </dgm:pt>
    <dgm:pt modelId="{37DAADC9-E401-4B86-9A2B-F702DBD0A9BE}" type="pres">
      <dgm:prSet presAssocID="{FA0B0C43-12CB-491D-9B83-E73AB19C8D1D}" presName="root2" presStyleCnt="0"/>
      <dgm:spPr/>
    </dgm:pt>
    <dgm:pt modelId="{C5F28C4D-244C-4AEC-87CC-F04012D1696A}" type="pres">
      <dgm:prSet presAssocID="{FA0B0C43-12CB-491D-9B83-E73AB19C8D1D}" presName="LevelTwoTextNode" presStyleLbl="node2" presStyleIdx="2" presStyleCnt="4">
        <dgm:presLayoutVars>
          <dgm:chPref val="3"/>
        </dgm:presLayoutVars>
      </dgm:prSet>
      <dgm:spPr/>
    </dgm:pt>
    <dgm:pt modelId="{7C654597-FA81-466C-837E-62B6C7194709}" type="pres">
      <dgm:prSet presAssocID="{FA0B0C43-12CB-491D-9B83-E73AB19C8D1D}" presName="level3hierChild" presStyleCnt="0"/>
      <dgm:spPr/>
    </dgm:pt>
    <dgm:pt modelId="{7FF99C1A-EF34-4E47-B439-6ABAFDCEC9B5}" type="pres">
      <dgm:prSet presAssocID="{54A0B22D-A420-4E47-B131-C226C1CB1411}" presName="conn2-1" presStyleLbl="parChTrans1D3" presStyleIdx="2" presStyleCnt="5"/>
      <dgm:spPr/>
    </dgm:pt>
    <dgm:pt modelId="{2C6979C0-B5B6-44EB-8067-715376C7BBE5}" type="pres">
      <dgm:prSet presAssocID="{54A0B22D-A420-4E47-B131-C226C1CB1411}" presName="connTx" presStyleLbl="parChTrans1D3" presStyleIdx="2" presStyleCnt="5"/>
      <dgm:spPr/>
    </dgm:pt>
    <dgm:pt modelId="{F46AA1C2-9DFD-4D7D-A8EE-721B69878124}" type="pres">
      <dgm:prSet presAssocID="{DC5EAD8B-3202-4909-8FDA-2D3F119E7380}" presName="root2" presStyleCnt="0"/>
      <dgm:spPr/>
    </dgm:pt>
    <dgm:pt modelId="{71AC3855-CC85-4B6B-AE2B-7D5327855AA0}" type="pres">
      <dgm:prSet presAssocID="{DC5EAD8B-3202-4909-8FDA-2D3F119E7380}" presName="LevelTwoTextNode" presStyleLbl="node3" presStyleIdx="2" presStyleCnt="5">
        <dgm:presLayoutVars>
          <dgm:chPref val="3"/>
        </dgm:presLayoutVars>
      </dgm:prSet>
      <dgm:spPr/>
    </dgm:pt>
    <dgm:pt modelId="{BABD9FA5-4B33-4E1E-9312-6455C05157BA}" type="pres">
      <dgm:prSet presAssocID="{DC5EAD8B-3202-4909-8FDA-2D3F119E7380}" presName="level3hierChild" presStyleCnt="0"/>
      <dgm:spPr/>
    </dgm:pt>
    <dgm:pt modelId="{0F08D8FD-603C-4124-95FB-E509571571DF}" type="pres">
      <dgm:prSet presAssocID="{2E7B7F4C-068C-4D26-80E1-FB1166618124}" presName="conn2-1" presStyleLbl="parChTrans1D2" presStyleIdx="3" presStyleCnt="4"/>
      <dgm:spPr/>
    </dgm:pt>
    <dgm:pt modelId="{538EF1DA-8FED-4CB2-B368-95DF27939006}" type="pres">
      <dgm:prSet presAssocID="{2E7B7F4C-068C-4D26-80E1-FB1166618124}" presName="connTx" presStyleLbl="parChTrans1D2" presStyleIdx="3" presStyleCnt="4"/>
      <dgm:spPr/>
    </dgm:pt>
    <dgm:pt modelId="{0F915933-9743-493B-BA46-1A586E65DAE5}" type="pres">
      <dgm:prSet presAssocID="{62A62B08-40E2-4300-AB1E-F2AAC34C9B63}" presName="root2" presStyleCnt="0"/>
      <dgm:spPr/>
    </dgm:pt>
    <dgm:pt modelId="{A7C2FF69-8A75-422B-8F4E-885DFCE75155}" type="pres">
      <dgm:prSet presAssocID="{62A62B08-40E2-4300-AB1E-F2AAC34C9B63}" presName="LevelTwoTextNode" presStyleLbl="node2" presStyleIdx="3" presStyleCnt="4">
        <dgm:presLayoutVars>
          <dgm:chPref val="3"/>
        </dgm:presLayoutVars>
      </dgm:prSet>
      <dgm:spPr/>
    </dgm:pt>
    <dgm:pt modelId="{B4A064F7-084F-4E0B-90D3-BB88AD74A73F}" type="pres">
      <dgm:prSet presAssocID="{62A62B08-40E2-4300-AB1E-F2AAC34C9B63}" presName="level3hierChild" presStyleCnt="0"/>
      <dgm:spPr/>
    </dgm:pt>
    <dgm:pt modelId="{DA54508F-1E22-4360-9CA8-8A8B1013BF24}" type="pres">
      <dgm:prSet presAssocID="{71DFAA9B-9AE7-4F06-8F30-671BE41F1A3C}" presName="conn2-1" presStyleLbl="parChTrans1D3" presStyleIdx="3" presStyleCnt="5"/>
      <dgm:spPr/>
    </dgm:pt>
    <dgm:pt modelId="{BE460FA5-D667-4FA0-9C84-E220B209763E}" type="pres">
      <dgm:prSet presAssocID="{71DFAA9B-9AE7-4F06-8F30-671BE41F1A3C}" presName="connTx" presStyleLbl="parChTrans1D3" presStyleIdx="3" presStyleCnt="5"/>
      <dgm:spPr/>
    </dgm:pt>
    <dgm:pt modelId="{2DCFAD0B-FF7D-466B-BA5D-77C5083367A2}" type="pres">
      <dgm:prSet presAssocID="{547D3234-7697-4A09-A84D-53F8A4A495D6}" presName="root2" presStyleCnt="0"/>
      <dgm:spPr/>
    </dgm:pt>
    <dgm:pt modelId="{E8A5466B-58AA-4483-B428-E4E88F7C070C}" type="pres">
      <dgm:prSet presAssocID="{547D3234-7697-4A09-A84D-53F8A4A495D6}" presName="LevelTwoTextNode" presStyleLbl="node3" presStyleIdx="3" presStyleCnt="5">
        <dgm:presLayoutVars>
          <dgm:chPref val="3"/>
        </dgm:presLayoutVars>
      </dgm:prSet>
      <dgm:spPr/>
    </dgm:pt>
    <dgm:pt modelId="{6256663A-66DD-4B44-8DA3-879408772554}" type="pres">
      <dgm:prSet presAssocID="{547D3234-7697-4A09-A84D-53F8A4A495D6}" presName="level3hierChild" presStyleCnt="0"/>
      <dgm:spPr/>
    </dgm:pt>
    <dgm:pt modelId="{0C59390B-7767-4891-8E2D-9DF57F5EC459}" type="pres">
      <dgm:prSet presAssocID="{73C3E6F2-3778-4316-BC53-E6B6593D974C}" presName="conn2-1" presStyleLbl="parChTrans1D4" presStyleIdx="4" presStyleCnt="5"/>
      <dgm:spPr/>
    </dgm:pt>
    <dgm:pt modelId="{DC37D228-2CDF-4590-BFB5-B93EE53FCE22}" type="pres">
      <dgm:prSet presAssocID="{73C3E6F2-3778-4316-BC53-E6B6593D974C}" presName="connTx" presStyleLbl="parChTrans1D4" presStyleIdx="4" presStyleCnt="5"/>
      <dgm:spPr/>
    </dgm:pt>
    <dgm:pt modelId="{C9D795AB-12C2-445B-B0AA-A6DDA1DB51A7}" type="pres">
      <dgm:prSet presAssocID="{65BA244F-4063-49D0-B80C-159D645A75B9}" presName="root2" presStyleCnt="0"/>
      <dgm:spPr/>
    </dgm:pt>
    <dgm:pt modelId="{F5BAE770-A587-46E3-AF75-D69DE2DBD0C3}" type="pres">
      <dgm:prSet presAssocID="{65BA244F-4063-49D0-B80C-159D645A75B9}" presName="LevelTwoTextNode" presStyleLbl="node4" presStyleIdx="4" presStyleCnt="5">
        <dgm:presLayoutVars>
          <dgm:chPref val="3"/>
        </dgm:presLayoutVars>
      </dgm:prSet>
      <dgm:spPr/>
    </dgm:pt>
    <dgm:pt modelId="{BABA9DC1-1D9C-4491-8044-543E8EE99A9E}" type="pres">
      <dgm:prSet presAssocID="{65BA244F-4063-49D0-B80C-159D645A75B9}" presName="level3hierChild" presStyleCnt="0"/>
      <dgm:spPr/>
    </dgm:pt>
    <dgm:pt modelId="{A0A15517-2E45-44B3-881F-915AC5F5D36B}" type="pres">
      <dgm:prSet presAssocID="{3C4D8014-6F53-4264-BBD2-0C72D6902AF0}" presName="conn2-1" presStyleLbl="parChTrans1D3" presStyleIdx="4" presStyleCnt="5"/>
      <dgm:spPr/>
    </dgm:pt>
    <dgm:pt modelId="{EF7F987E-8109-4CCA-9806-67370E3DDBEF}" type="pres">
      <dgm:prSet presAssocID="{3C4D8014-6F53-4264-BBD2-0C72D6902AF0}" presName="connTx" presStyleLbl="parChTrans1D3" presStyleIdx="4" presStyleCnt="5"/>
      <dgm:spPr/>
    </dgm:pt>
    <dgm:pt modelId="{C664A993-460F-406A-832F-534966FA7E2C}" type="pres">
      <dgm:prSet presAssocID="{DE8533B8-0CD2-49A7-B608-837592200CD1}" presName="root2" presStyleCnt="0"/>
      <dgm:spPr/>
    </dgm:pt>
    <dgm:pt modelId="{5D711550-33FA-4F32-B4F9-FAEDADEAFA24}" type="pres">
      <dgm:prSet presAssocID="{DE8533B8-0CD2-49A7-B608-837592200CD1}" presName="LevelTwoTextNode" presStyleLbl="node3" presStyleIdx="4" presStyleCnt="5">
        <dgm:presLayoutVars>
          <dgm:chPref val="3"/>
        </dgm:presLayoutVars>
      </dgm:prSet>
      <dgm:spPr/>
    </dgm:pt>
    <dgm:pt modelId="{A09FA990-8CA6-4336-97E9-CD9A775A1C9C}" type="pres">
      <dgm:prSet presAssocID="{DE8533B8-0CD2-49A7-B608-837592200CD1}" presName="level3hierChild" presStyleCnt="0"/>
      <dgm:spPr/>
    </dgm:pt>
  </dgm:ptLst>
  <dgm:cxnLst>
    <dgm:cxn modelId="{21D06209-6FA5-4F2A-B01B-B526A399B30B}" type="presOf" srcId="{A202EDD3-5FD5-467E-B058-3DB92A0DB294}" destId="{9BC4B15F-B655-4428-A6E6-04C4FEFFDDFF}" srcOrd="1" destOrd="0" presId="urn:microsoft.com/office/officeart/2005/8/layout/hierarchy2"/>
    <dgm:cxn modelId="{6FF3060C-0DDF-45C8-A0BE-66A96CEE7263}" type="presOf" srcId="{79D46408-9A07-4D73-8B96-AA852236A578}" destId="{C9482276-0A14-4723-B642-EDF712411C50}" srcOrd="0" destOrd="0" presId="urn:microsoft.com/office/officeart/2005/8/layout/hierarchy2"/>
    <dgm:cxn modelId="{843B270E-F225-422F-A932-25CC1D39A96B}" type="presOf" srcId="{3C4D8014-6F53-4264-BBD2-0C72D6902AF0}" destId="{A0A15517-2E45-44B3-881F-915AC5F5D36B}" srcOrd="0" destOrd="0" presId="urn:microsoft.com/office/officeart/2005/8/layout/hierarchy2"/>
    <dgm:cxn modelId="{5D836814-9CDF-4E5C-8D22-044460AACA84}" type="presOf" srcId="{7A043655-D984-4CDA-BADA-C6E8FA85E63F}" destId="{62E645C1-3782-4C24-837E-4FBA499EE231}" srcOrd="1" destOrd="0" presId="urn:microsoft.com/office/officeart/2005/8/layout/hierarchy2"/>
    <dgm:cxn modelId="{16323619-C7C0-485A-9C89-3ED89B82B35E}" srcId="{62A62B08-40E2-4300-AB1E-F2AAC34C9B63}" destId="{547D3234-7697-4A09-A84D-53F8A4A495D6}" srcOrd="0" destOrd="0" parTransId="{71DFAA9B-9AE7-4F06-8F30-671BE41F1A3C}" sibTransId="{8469BBC3-88D6-403E-B154-75A561047675}"/>
    <dgm:cxn modelId="{1A2A5B1D-70B7-4116-820B-84D45B1A9AE7}" srcId="{50D9ECDA-9E85-4AE2-BF3B-E7A589120A59}" destId="{CA4C711B-37E4-4E99-95CB-2433FF8EF9DB}" srcOrd="1" destOrd="0" parTransId="{7A043655-D984-4CDA-BADA-C6E8FA85E63F}" sibTransId="{78FF8DA9-4C6A-4BF0-A33A-14B07EE2127A}"/>
    <dgm:cxn modelId="{E1588224-EA27-4E67-B24D-1459722854FD}" type="presOf" srcId="{65BA244F-4063-49D0-B80C-159D645A75B9}" destId="{F5BAE770-A587-46E3-AF75-D69DE2DBD0C3}" srcOrd="0" destOrd="0" presId="urn:microsoft.com/office/officeart/2005/8/layout/hierarchy2"/>
    <dgm:cxn modelId="{FAA62F28-9F34-48F5-B47C-8B928AF3FC65}" type="presOf" srcId="{73C3E6F2-3778-4316-BC53-E6B6593D974C}" destId="{0C59390B-7767-4891-8E2D-9DF57F5EC459}" srcOrd="0" destOrd="0" presId="urn:microsoft.com/office/officeart/2005/8/layout/hierarchy2"/>
    <dgm:cxn modelId="{0C81132C-57B5-4D0A-A67A-94CE8D1EA084}" type="presOf" srcId="{A202EDD3-5FD5-467E-B058-3DB92A0DB294}" destId="{A1A970C4-2848-4079-8E48-DC049FCCFAE4}" srcOrd="0" destOrd="0" presId="urn:microsoft.com/office/officeart/2005/8/layout/hierarchy2"/>
    <dgm:cxn modelId="{EFB52630-F8B8-43FF-B5AA-9A172C89881B}" type="presOf" srcId="{71DFAA9B-9AE7-4F06-8F30-671BE41F1A3C}" destId="{DA54508F-1E22-4360-9CA8-8A8B1013BF24}" srcOrd="0" destOrd="0" presId="urn:microsoft.com/office/officeart/2005/8/layout/hierarchy2"/>
    <dgm:cxn modelId="{370F1B32-C05F-4DF6-9D79-9BF62796E100}" type="presOf" srcId="{4EB766B1-44F9-40FD-BC44-BFD1093562A5}" destId="{9DB75415-2157-425F-B16D-C4B6746D9FDA}" srcOrd="0" destOrd="0" presId="urn:microsoft.com/office/officeart/2005/8/layout/hierarchy2"/>
    <dgm:cxn modelId="{48454338-27E3-4A97-80C4-31EB060C8E34}" type="presOf" srcId="{8C649EBB-35C9-41E5-A154-C166ED26CDDF}" destId="{F7A592A4-00C3-45EB-8FD4-DA7C0C61592E}" srcOrd="0" destOrd="0" presId="urn:microsoft.com/office/officeart/2005/8/layout/hierarchy2"/>
    <dgm:cxn modelId="{F8BAC03E-5055-4362-9739-006C9B88EB14}" type="presOf" srcId="{3C4D8014-6F53-4264-BBD2-0C72D6902AF0}" destId="{EF7F987E-8109-4CCA-9806-67370E3DDBEF}" srcOrd="1" destOrd="0" presId="urn:microsoft.com/office/officeart/2005/8/layout/hierarchy2"/>
    <dgm:cxn modelId="{3E1F793F-7FF0-400C-AFDE-C4194F46988C}" srcId="{50D9ECDA-9E85-4AE2-BF3B-E7A589120A59}" destId="{62A62B08-40E2-4300-AB1E-F2AAC34C9B63}" srcOrd="3" destOrd="0" parTransId="{2E7B7F4C-068C-4D26-80E1-FB1166618124}" sibTransId="{E6A2B657-9C93-4546-BB7E-9F23EC2686DD}"/>
    <dgm:cxn modelId="{CC019D3F-FEAB-4898-9635-95728E90E4EE}" type="presOf" srcId="{2E7B7F4C-068C-4D26-80E1-FB1166618124}" destId="{0F08D8FD-603C-4124-95FB-E509571571DF}" srcOrd="0" destOrd="0" presId="urn:microsoft.com/office/officeart/2005/8/layout/hierarchy2"/>
    <dgm:cxn modelId="{8C1D9B40-AE26-451E-A135-714473A6B310}" srcId="{50D9ECDA-9E85-4AE2-BF3B-E7A589120A59}" destId="{D2FAB63C-81E4-4F58-B02E-5A5B31263434}" srcOrd="0" destOrd="0" parTransId="{D61B1AD4-17D6-4E69-B230-A07842AE4511}" sibTransId="{85B04F67-BF21-4DB7-8B5B-25E8C7C2D8F1}"/>
    <dgm:cxn modelId="{33536161-7251-4DC5-BF63-D6725D2271B1}" type="presOf" srcId="{205351A3-0397-4D25-ABA1-0E1D19108DCD}" destId="{DDFFD480-F8B5-402D-B81A-4AED76AD7764}" srcOrd="0" destOrd="0" presId="urn:microsoft.com/office/officeart/2005/8/layout/hierarchy2"/>
    <dgm:cxn modelId="{AF4F3A63-5156-4613-96CF-7D7B108CB278}" srcId="{24361DCE-8F68-400D-86E0-21BDC81E6213}" destId="{779A37E4-E50F-4968-86ED-04664EADF7DC}" srcOrd="0" destOrd="0" parTransId="{A6B57777-8D88-44E4-A153-9010C30E2BC7}" sibTransId="{232EF8EA-8316-4DF8-9650-2A6A58B7C9F0}"/>
    <dgm:cxn modelId="{6BE7896B-9C10-436A-98A2-581CAB1CA97F}" srcId="{50D9ECDA-9E85-4AE2-BF3B-E7A589120A59}" destId="{FA0B0C43-12CB-491D-9B83-E73AB19C8D1D}" srcOrd="2" destOrd="0" parTransId="{79D46408-9A07-4D73-8B96-AA852236A578}" sibTransId="{29B8B89A-4B51-4C86-AF12-3FED3440FED4}"/>
    <dgm:cxn modelId="{952E776C-CCF8-4200-B5B2-D994AF936AEC}" type="presOf" srcId="{54A0B22D-A420-4E47-B131-C226C1CB1411}" destId="{7FF99C1A-EF34-4E47-B439-6ABAFDCEC9B5}" srcOrd="0" destOrd="0" presId="urn:microsoft.com/office/officeart/2005/8/layout/hierarchy2"/>
    <dgm:cxn modelId="{30C2786C-9EAB-4D9B-9A60-3983720746C0}" srcId="{547D3234-7697-4A09-A84D-53F8A4A495D6}" destId="{65BA244F-4063-49D0-B80C-159D645A75B9}" srcOrd="0" destOrd="0" parTransId="{73C3E6F2-3778-4316-BC53-E6B6593D974C}" sibTransId="{6B1AEE1C-B52E-4651-8C87-0DF0F9CAB4BC}"/>
    <dgm:cxn modelId="{AC16314E-FF1D-4AF7-943F-DA9490AA7128}" type="presOf" srcId="{7A043655-D984-4CDA-BADA-C6E8FA85E63F}" destId="{B74A2A3B-DB68-4C69-B3D1-C0581C9E0DCF}" srcOrd="0" destOrd="0" presId="urn:microsoft.com/office/officeart/2005/8/layout/hierarchy2"/>
    <dgm:cxn modelId="{0EC62750-58AD-46B0-ADB0-46F720A102DE}" type="presOf" srcId="{2E7B7F4C-068C-4D26-80E1-FB1166618124}" destId="{538EF1DA-8FED-4CB2-B368-95DF27939006}" srcOrd="1" destOrd="0" presId="urn:microsoft.com/office/officeart/2005/8/layout/hierarchy2"/>
    <dgm:cxn modelId="{946B2D50-A4F6-4810-BADB-991DF3AC9B2D}" type="presOf" srcId="{FA0B0C43-12CB-491D-9B83-E73AB19C8D1D}" destId="{C5F28C4D-244C-4AEC-87CC-F04012D1696A}" srcOrd="0" destOrd="0" presId="urn:microsoft.com/office/officeart/2005/8/layout/hierarchy2"/>
    <dgm:cxn modelId="{C0DC5870-83D0-494A-8567-696F1D44F065}" srcId="{3EE5EBE3-133D-41D5-8F7A-34B4E9D4A5F0}" destId="{50D9ECDA-9E85-4AE2-BF3B-E7A589120A59}" srcOrd="0" destOrd="0" parTransId="{AED483E7-CB41-4E01-AB46-BFEFE17E0B31}" sibTransId="{0DD031E3-26B3-4FC6-BD7F-C5BD3CB6577D}"/>
    <dgm:cxn modelId="{BA08C772-6EE8-4B02-AA98-C15A84035451}" type="presOf" srcId="{11CA3C9D-6383-493F-B772-788971791076}" destId="{F838ED27-0648-4464-844B-99B424BFDBBB}" srcOrd="1" destOrd="0" presId="urn:microsoft.com/office/officeart/2005/8/layout/hierarchy2"/>
    <dgm:cxn modelId="{06B3E253-DC0D-4711-8113-37C3E1AD323E}" type="presOf" srcId="{A6B57777-8D88-44E4-A153-9010C30E2BC7}" destId="{7FD08A3E-FB17-45A7-A441-5F16975A763C}" srcOrd="1" destOrd="0" presId="urn:microsoft.com/office/officeart/2005/8/layout/hierarchy2"/>
    <dgm:cxn modelId="{E2A79A75-05AB-4129-BC1A-64A8507A0E66}" type="presOf" srcId="{A6B57777-8D88-44E4-A153-9010C30E2BC7}" destId="{5FC326DE-DE2A-43CE-9761-7A7917566807}" srcOrd="0" destOrd="0" presId="urn:microsoft.com/office/officeart/2005/8/layout/hierarchy2"/>
    <dgm:cxn modelId="{DE4D8858-E786-4F01-9C82-69969C0B2137}" type="presOf" srcId="{D61B1AD4-17D6-4E69-B230-A07842AE4511}" destId="{7E386830-8168-478C-A9E1-B7931C7FB837}" srcOrd="1" destOrd="0" presId="urn:microsoft.com/office/officeart/2005/8/layout/hierarchy2"/>
    <dgm:cxn modelId="{C7816F7D-DC6D-488D-B054-FC897CFD3630}" type="presOf" srcId="{CA4C711B-37E4-4E99-95CB-2433FF8EF9DB}" destId="{F6EB0C54-6FEF-4F75-90E2-503A4C8B820C}" srcOrd="0" destOrd="0" presId="urn:microsoft.com/office/officeart/2005/8/layout/hierarchy2"/>
    <dgm:cxn modelId="{69A50F7F-E1A8-429D-821B-6FFA03345366}" type="presOf" srcId="{8E83C076-32E0-4073-861E-3DBB206FFAAF}" destId="{3BABCB8F-5E55-4D7F-AAC3-9987C81E5A95}" srcOrd="1" destOrd="0" presId="urn:microsoft.com/office/officeart/2005/8/layout/hierarchy2"/>
    <dgm:cxn modelId="{40E26381-C327-4C09-AAAB-2D6DDC3369DF}" type="presOf" srcId="{2F1822B4-99DD-434D-B1A2-E49F8556458C}" destId="{D68FB2FE-1F1E-4381-B663-79AC24A8077E}" srcOrd="0" destOrd="0" presId="urn:microsoft.com/office/officeart/2005/8/layout/hierarchy2"/>
    <dgm:cxn modelId="{2FAAB883-AF95-4FFB-8613-78DC9012F5A1}" type="presOf" srcId="{3C4F276D-A4F0-4A06-BC3F-43D7C546833C}" destId="{F3DE8931-3196-4B6F-9C96-4E1B73016171}" srcOrd="0" destOrd="0" presId="urn:microsoft.com/office/officeart/2005/8/layout/hierarchy2"/>
    <dgm:cxn modelId="{90F5DF8E-D171-42BE-A506-6AF8667273ED}" type="presOf" srcId="{BCD8EC70-FD8F-41E7-A053-2FB37256FA0A}" destId="{5DDA5211-B64C-40E6-9B24-66BC066A2ACA}" srcOrd="0" destOrd="0" presId="urn:microsoft.com/office/officeart/2005/8/layout/hierarchy2"/>
    <dgm:cxn modelId="{5BE2D090-5537-4902-BD17-D4351B45B92F}" type="presOf" srcId="{62A62B08-40E2-4300-AB1E-F2AAC34C9B63}" destId="{A7C2FF69-8A75-422B-8F4E-885DFCE75155}" srcOrd="0" destOrd="0" presId="urn:microsoft.com/office/officeart/2005/8/layout/hierarchy2"/>
    <dgm:cxn modelId="{BF7A8895-E64F-4189-A2F3-DB9C0082FC8E}" srcId="{CA4C711B-37E4-4E99-95CB-2433FF8EF9DB}" destId="{8C649EBB-35C9-41E5-A154-C166ED26CDDF}" srcOrd="0" destOrd="0" parTransId="{2F1822B4-99DD-434D-B1A2-E49F8556458C}" sibTransId="{4BDE04AE-14E7-443B-B277-90BC99F3F927}"/>
    <dgm:cxn modelId="{C50B8B96-279D-4EED-B060-416E784685D9}" type="presOf" srcId="{73C3E6F2-3778-4316-BC53-E6B6593D974C}" destId="{DC37D228-2CDF-4590-BFB5-B93EE53FCE22}" srcOrd="1" destOrd="0" presId="urn:microsoft.com/office/officeart/2005/8/layout/hierarchy2"/>
    <dgm:cxn modelId="{3C93C497-F61B-4D2C-92F1-45A6FA8ED293}" type="presOf" srcId="{11CA3C9D-6383-493F-B772-788971791076}" destId="{F87776C6-42C2-4CAC-B0BF-1419D4974053}" srcOrd="0" destOrd="0" presId="urn:microsoft.com/office/officeart/2005/8/layout/hierarchy2"/>
    <dgm:cxn modelId="{30930A98-C203-4973-8D6D-9573F5062F53}" type="presOf" srcId="{24361DCE-8F68-400D-86E0-21BDC81E6213}" destId="{AE55CD77-818B-4184-9B30-D2DFB5F1740E}" srcOrd="0" destOrd="0" presId="urn:microsoft.com/office/officeart/2005/8/layout/hierarchy2"/>
    <dgm:cxn modelId="{465EB49C-F2F4-492F-8C2A-607B53D89F1A}" srcId="{62A62B08-40E2-4300-AB1E-F2AAC34C9B63}" destId="{DE8533B8-0CD2-49A7-B608-837592200CD1}" srcOrd="1" destOrd="0" parTransId="{3C4D8014-6F53-4264-BBD2-0C72D6902AF0}" sibTransId="{BF13194C-444B-4B92-B508-11D038DE5658}"/>
    <dgm:cxn modelId="{461DC99D-7153-455D-A8DF-9C3DBC8AEDEF}" type="presOf" srcId="{205351A3-0397-4D25-ABA1-0E1D19108DCD}" destId="{E19E5A6E-1C60-48BD-95C9-880368BB3464}" srcOrd="1" destOrd="0" presId="urn:microsoft.com/office/officeart/2005/8/layout/hierarchy2"/>
    <dgm:cxn modelId="{0C98DF9D-1373-438B-9A1A-2817587470C6}" type="presOf" srcId="{50D9ECDA-9E85-4AE2-BF3B-E7A589120A59}" destId="{36889CB3-FF99-4793-836B-D8D77234AA6E}" srcOrd="0" destOrd="0" presId="urn:microsoft.com/office/officeart/2005/8/layout/hierarchy2"/>
    <dgm:cxn modelId="{096F4FA7-B06A-4E76-B94F-407324FD64DB}" type="presOf" srcId="{547D3234-7697-4A09-A84D-53F8A4A495D6}" destId="{E8A5466B-58AA-4483-B428-E4E88F7C070C}" srcOrd="0" destOrd="0" presId="urn:microsoft.com/office/officeart/2005/8/layout/hierarchy2"/>
    <dgm:cxn modelId="{B92B74A8-C856-4BF6-9ABE-CA2F24BA554F}" type="presOf" srcId="{54A0B22D-A420-4E47-B131-C226C1CB1411}" destId="{2C6979C0-B5B6-44EB-8067-715376C7BBE5}" srcOrd="1" destOrd="0" presId="urn:microsoft.com/office/officeart/2005/8/layout/hierarchy2"/>
    <dgm:cxn modelId="{04F689AD-E12E-4E2C-91BF-D35815FBA10F}" type="presOf" srcId="{779A37E4-E50F-4968-86ED-04664EADF7DC}" destId="{4BEBBB85-CE46-4A2F-B66E-828E1F177CB0}" srcOrd="0" destOrd="0" presId="urn:microsoft.com/office/officeart/2005/8/layout/hierarchy2"/>
    <dgm:cxn modelId="{15030AAE-27F6-4F5B-8AE3-F16D03299249}" srcId="{24361DCE-8F68-400D-86E0-21BDC81E6213}" destId="{3C4F276D-A4F0-4A06-BC3F-43D7C546833C}" srcOrd="1" destOrd="0" parTransId="{11CA3C9D-6383-493F-B772-788971791076}" sibTransId="{EA44F9CD-3E96-4DE9-91AE-01BF77291622}"/>
    <dgm:cxn modelId="{DC52F9B1-97E4-4EF0-9846-4C7A499231FB}" type="presOf" srcId="{71DFAA9B-9AE7-4F06-8F30-671BE41F1A3C}" destId="{BE460FA5-D667-4FA0-9C84-E220B209763E}" srcOrd="1" destOrd="0" presId="urn:microsoft.com/office/officeart/2005/8/layout/hierarchy2"/>
    <dgm:cxn modelId="{5552C2B7-97A4-40CB-898C-8AD9683DDECA}" type="presOf" srcId="{3EE5EBE3-133D-41D5-8F7A-34B4E9D4A5F0}" destId="{CA722F60-7833-4828-9CEE-C44EF6ED4C1D}" srcOrd="0" destOrd="0" presId="urn:microsoft.com/office/officeart/2005/8/layout/hierarchy2"/>
    <dgm:cxn modelId="{55EE5ECC-F1E0-4212-96EB-9B900744C2DA}" type="presOf" srcId="{DC5EAD8B-3202-4909-8FDA-2D3F119E7380}" destId="{71AC3855-CC85-4B6B-AE2B-7D5327855AA0}" srcOrd="0" destOrd="0" presId="urn:microsoft.com/office/officeart/2005/8/layout/hierarchy2"/>
    <dgm:cxn modelId="{66AFD3CF-77AB-4FDF-9D49-D258678A2C7A}" type="presOf" srcId="{2F1822B4-99DD-434D-B1A2-E49F8556458C}" destId="{B18E4ADF-71A9-420A-B9B2-FFF1478A7965}" srcOrd="1" destOrd="0" presId="urn:microsoft.com/office/officeart/2005/8/layout/hierarchy2"/>
    <dgm:cxn modelId="{DB80B5D1-7061-41B6-BE02-8FC5BAD73FB9}" type="presOf" srcId="{D2FAB63C-81E4-4F58-B02E-5A5B31263434}" destId="{6461BB1F-1530-45CA-98B8-871BAAAB815B}" srcOrd="0" destOrd="0" presId="urn:microsoft.com/office/officeart/2005/8/layout/hierarchy2"/>
    <dgm:cxn modelId="{85A23BDC-050A-4F81-BE4C-D8C3B7DC00FC}" srcId="{D2FAB63C-81E4-4F58-B02E-5A5B31263434}" destId="{4EB766B1-44F9-40FD-BC44-BFD1093562A5}" srcOrd="0" destOrd="0" parTransId="{A202EDD3-5FD5-467E-B058-3DB92A0DB294}" sibTransId="{1A992B71-ABBD-47B2-92BE-D87D19262626}"/>
    <dgm:cxn modelId="{7ECDA4E1-83D8-483C-BC2E-71BAF67DD629}" srcId="{FA0B0C43-12CB-491D-9B83-E73AB19C8D1D}" destId="{DC5EAD8B-3202-4909-8FDA-2D3F119E7380}" srcOrd="0" destOrd="0" parTransId="{54A0B22D-A420-4E47-B131-C226C1CB1411}" sibTransId="{0628DD7B-E432-42ED-9971-86EB56FEB52F}"/>
    <dgm:cxn modelId="{44FE86E7-499D-4586-B6A5-6A239873A7A0}" srcId="{4EB766B1-44F9-40FD-BC44-BFD1093562A5}" destId="{24361DCE-8F68-400D-86E0-21BDC81E6213}" srcOrd="0" destOrd="0" parTransId="{205351A3-0397-4D25-ABA1-0E1D19108DCD}" sibTransId="{06C107EC-272E-4712-82BA-2E586188BABB}"/>
    <dgm:cxn modelId="{ABFC05E8-47E5-4C25-9F84-93888341BA40}" type="presOf" srcId="{DE8533B8-0CD2-49A7-B608-837592200CD1}" destId="{5D711550-33FA-4F32-B4F9-FAEDADEAFA24}" srcOrd="0" destOrd="0" presId="urn:microsoft.com/office/officeart/2005/8/layout/hierarchy2"/>
    <dgm:cxn modelId="{914CF0EA-CA84-4CE4-A441-41C4D7309F29}" type="presOf" srcId="{D61B1AD4-17D6-4E69-B230-A07842AE4511}" destId="{4555F137-B9BE-4A50-8EBF-12524771A86F}" srcOrd="0" destOrd="0" presId="urn:microsoft.com/office/officeart/2005/8/layout/hierarchy2"/>
    <dgm:cxn modelId="{819910F8-6F98-416C-B775-6E9EC4CEEA06}" type="presOf" srcId="{8E83C076-32E0-4073-861E-3DBB206FFAAF}" destId="{C3E86FC0-9B7A-4250-B1B6-D77B2C09ECD8}" srcOrd="0" destOrd="0" presId="urn:microsoft.com/office/officeart/2005/8/layout/hierarchy2"/>
    <dgm:cxn modelId="{419AB9FA-56E6-44E9-9198-5F4B61411250}" srcId="{8C649EBB-35C9-41E5-A154-C166ED26CDDF}" destId="{BCD8EC70-FD8F-41E7-A053-2FB37256FA0A}" srcOrd="0" destOrd="0" parTransId="{8E83C076-32E0-4073-861E-3DBB206FFAAF}" sibTransId="{73A1406C-BBB1-4047-8859-2F7C25C77049}"/>
    <dgm:cxn modelId="{8F6322FE-ACA5-4DF1-A03F-9A49A13DF6E0}" type="presOf" srcId="{79D46408-9A07-4D73-8B96-AA852236A578}" destId="{0EAFA836-E0FC-4812-9012-27B750E6FCA2}" srcOrd="1" destOrd="0" presId="urn:microsoft.com/office/officeart/2005/8/layout/hierarchy2"/>
    <dgm:cxn modelId="{C522CE50-1F2F-4703-8B53-1F716267BE93}" type="presParOf" srcId="{CA722F60-7833-4828-9CEE-C44EF6ED4C1D}" destId="{FA21E0F9-DAA0-4D88-A995-1D6BF8D4D617}" srcOrd="0" destOrd="0" presId="urn:microsoft.com/office/officeart/2005/8/layout/hierarchy2"/>
    <dgm:cxn modelId="{63958A56-BCDE-416A-B9FF-1549B9596CC2}" type="presParOf" srcId="{FA21E0F9-DAA0-4D88-A995-1D6BF8D4D617}" destId="{36889CB3-FF99-4793-836B-D8D77234AA6E}" srcOrd="0" destOrd="0" presId="urn:microsoft.com/office/officeart/2005/8/layout/hierarchy2"/>
    <dgm:cxn modelId="{37F7A14D-D8D0-4CE7-95AA-BE4B73D7D283}" type="presParOf" srcId="{FA21E0F9-DAA0-4D88-A995-1D6BF8D4D617}" destId="{579F3A1C-41C0-4467-A14E-EFF630007D5B}" srcOrd="1" destOrd="0" presId="urn:microsoft.com/office/officeart/2005/8/layout/hierarchy2"/>
    <dgm:cxn modelId="{34C7FD6D-9A46-4975-882A-CADAB6B8A612}" type="presParOf" srcId="{579F3A1C-41C0-4467-A14E-EFF630007D5B}" destId="{4555F137-B9BE-4A50-8EBF-12524771A86F}" srcOrd="0" destOrd="0" presId="urn:microsoft.com/office/officeart/2005/8/layout/hierarchy2"/>
    <dgm:cxn modelId="{00FAA679-010A-4BF3-B372-F869E4B6F56F}" type="presParOf" srcId="{4555F137-B9BE-4A50-8EBF-12524771A86F}" destId="{7E386830-8168-478C-A9E1-B7931C7FB837}" srcOrd="0" destOrd="0" presId="urn:microsoft.com/office/officeart/2005/8/layout/hierarchy2"/>
    <dgm:cxn modelId="{CDA22DB8-4366-437C-A873-E90597028A69}" type="presParOf" srcId="{579F3A1C-41C0-4467-A14E-EFF630007D5B}" destId="{7FEBBB46-4F1A-47B6-90B7-86759AD21D85}" srcOrd="1" destOrd="0" presId="urn:microsoft.com/office/officeart/2005/8/layout/hierarchy2"/>
    <dgm:cxn modelId="{38BC7E8C-2E85-4972-93C4-7BFB5722DC56}" type="presParOf" srcId="{7FEBBB46-4F1A-47B6-90B7-86759AD21D85}" destId="{6461BB1F-1530-45CA-98B8-871BAAAB815B}" srcOrd="0" destOrd="0" presId="urn:microsoft.com/office/officeart/2005/8/layout/hierarchy2"/>
    <dgm:cxn modelId="{FCBE57F3-EBEE-41F1-BD22-C0C966BB5380}" type="presParOf" srcId="{7FEBBB46-4F1A-47B6-90B7-86759AD21D85}" destId="{3DFEAC5A-32EA-4649-BE87-D7E9AA7F4834}" srcOrd="1" destOrd="0" presId="urn:microsoft.com/office/officeart/2005/8/layout/hierarchy2"/>
    <dgm:cxn modelId="{3D6C6342-ACFC-4F3A-8CD3-5FE86D9D06E4}" type="presParOf" srcId="{3DFEAC5A-32EA-4649-BE87-D7E9AA7F4834}" destId="{A1A970C4-2848-4079-8E48-DC049FCCFAE4}" srcOrd="0" destOrd="0" presId="urn:microsoft.com/office/officeart/2005/8/layout/hierarchy2"/>
    <dgm:cxn modelId="{4A4027C9-18C3-47C8-AF62-80FEA57B023E}" type="presParOf" srcId="{A1A970C4-2848-4079-8E48-DC049FCCFAE4}" destId="{9BC4B15F-B655-4428-A6E6-04C4FEFFDDFF}" srcOrd="0" destOrd="0" presId="urn:microsoft.com/office/officeart/2005/8/layout/hierarchy2"/>
    <dgm:cxn modelId="{AFEF3D21-7B72-4517-8284-74A320A7B5B8}" type="presParOf" srcId="{3DFEAC5A-32EA-4649-BE87-D7E9AA7F4834}" destId="{F14D98F6-F54D-443F-B84F-9EF775EB3D00}" srcOrd="1" destOrd="0" presId="urn:microsoft.com/office/officeart/2005/8/layout/hierarchy2"/>
    <dgm:cxn modelId="{47808A8F-0D3D-4CDE-B901-D6F1E70A51FB}" type="presParOf" srcId="{F14D98F6-F54D-443F-B84F-9EF775EB3D00}" destId="{9DB75415-2157-425F-B16D-C4B6746D9FDA}" srcOrd="0" destOrd="0" presId="urn:microsoft.com/office/officeart/2005/8/layout/hierarchy2"/>
    <dgm:cxn modelId="{5ECDE03A-2468-4CB2-9D95-29A43EF35A6F}" type="presParOf" srcId="{F14D98F6-F54D-443F-B84F-9EF775EB3D00}" destId="{154294FF-9DBC-476A-9FDC-23A3727A0C63}" srcOrd="1" destOrd="0" presId="urn:microsoft.com/office/officeart/2005/8/layout/hierarchy2"/>
    <dgm:cxn modelId="{476C6E50-6DE1-4BC7-927A-C7ADB62812C3}" type="presParOf" srcId="{154294FF-9DBC-476A-9FDC-23A3727A0C63}" destId="{DDFFD480-F8B5-402D-B81A-4AED76AD7764}" srcOrd="0" destOrd="0" presId="urn:microsoft.com/office/officeart/2005/8/layout/hierarchy2"/>
    <dgm:cxn modelId="{84B87656-01AA-40D6-9EF8-B642C2E3E9C0}" type="presParOf" srcId="{DDFFD480-F8B5-402D-B81A-4AED76AD7764}" destId="{E19E5A6E-1C60-48BD-95C9-880368BB3464}" srcOrd="0" destOrd="0" presId="urn:microsoft.com/office/officeart/2005/8/layout/hierarchy2"/>
    <dgm:cxn modelId="{43849AFF-2771-45AB-AD4C-D6AB629C9982}" type="presParOf" srcId="{154294FF-9DBC-476A-9FDC-23A3727A0C63}" destId="{8886C263-BC5E-4559-9658-9776C39D6982}" srcOrd="1" destOrd="0" presId="urn:microsoft.com/office/officeart/2005/8/layout/hierarchy2"/>
    <dgm:cxn modelId="{CAE266EF-3DFE-4F31-A8D1-2CAE1F3D95EA}" type="presParOf" srcId="{8886C263-BC5E-4559-9658-9776C39D6982}" destId="{AE55CD77-818B-4184-9B30-D2DFB5F1740E}" srcOrd="0" destOrd="0" presId="urn:microsoft.com/office/officeart/2005/8/layout/hierarchy2"/>
    <dgm:cxn modelId="{4E23A036-B302-4B8C-8A45-6650123AC250}" type="presParOf" srcId="{8886C263-BC5E-4559-9658-9776C39D6982}" destId="{EC9548DF-E3F9-4493-A036-F8482BBE2216}" srcOrd="1" destOrd="0" presId="urn:microsoft.com/office/officeart/2005/8/layout/hierarchy2"/>
    <dgm:cxn modelId="{E16824B0-AB4A-4367-8206-9817FB1A3198}" type="presParOf" srcId="{EC9548DF-E3F9-4493-A036-F8482BBE2216}" destId="{5FC326DE-DE2A-43CE-9761-7A7917566807}" srcOrd="0" destOrd="0" presId="urn:microsoft.com/office/officeart/2005/8/layout/hierarchy2"/>
    <dgm:cxn modelId="{07F9DA55-A4B5-4764-B7A8-3941FE4F193B}" type="presParOf" srcId="{5FC326DE-DE2A-43CE-9761-7A7917566807}" destId="{7FD08A3E-FB17-45A7-A441-5F16975A763C}" srcOrd="0" destOrd="0" presId="urn:microsoft.com/office/officeart/2005/8/layout/hierarchy2"/>
    <dgm:cxn modelId="{29EAEFBE-3BF4-422D-8681-57C3C35716B4}" type="presParOf" srcId="{EC9548DF-E3F9-4493-A036-F8482BBE2216}" destId="{195F8813-F98B-4D94-85EB-15B9B3AA9225}" srcOrd="1" destOrd="0" presId="urn:microsoft.com/office/officeart/2005/8/layout/hierarchy2"/>
    <dgm:cxn modelId="{5135007D-1E68-4C39-A75E-D0192A02D5BE}" type="presParOf" srcId="{195F8813-F98B-4D94-85EB-15B9B3AA9225}" destId="{4BEBBB85-CE46-4A2F-B66E-828E1F177CB0}" srcOrd="0" destOrd="0" presId="urn:microsoft.com/office/officeart/2005/8/layout/hierarchy2"/>
    <dgm:cxn modelId="{A07227E2-5719-4E50-90EF-001771721E77}" type="presParOf" srcId="{195F8813-F98B-4D94-85EB-15B9B3AA9225}" destId="{47E6C52F-DC25-4678-983C-869F66C5B9DA}" srcOrd="1" destOrd="0" presId="urn:microsoft.com/office/officeart/2005/8/layout/hierarchy2"/>
    <dgm:cxn modelId="{E3163871-C475-4BB1-AF78-9B694E1349CD}" type="presParOf" srcId="{EC9548DF-E3F9-4493-A036-F8482BBE2216}" destId="{F87776C6-42C2-4CAC-B0BF-1419D4974053}" srcOrd="2" destOrd="0" presId="urn:microsoft.com/office/officeart/2005/8/layout/hierarchy2"/>
    <dgm:cxn modelId="{4B7DA056-DB61-4706-AA57-237D52325049}" type="presParOf" srcId="{F87776C6-42C2-4CAC-B0BF-1419D4974053}" destId="{F838ED27-0648-4464-844B-99B424BFDBBB}" srcOrd="0" destOrd="0" presId="urn:microsoft.com/office/officeart/2005/8/layout/hierarchy2"/>
    <dgm:cxn modelId="{AD3257BD-E2DC-4EF4-8490-1A3F481F8CA1}" type="presParOf" srcId="{EC9548DF-E3F9-4493-A036-F8482BBE2216}" destId="{2741295B-3EF5-4295-A71D-3587081F5212}" srcOrd="3" destOrd="0" presId="urn:microsoft.com/office/officeart/2005/8/layout/hierarchy2"/>
    <dgm:cxn modelId="{F42B5D14-E388-436D-9BD9-0FC5C7AE89BC}" type="presParOf" srcId="{2741295B-3EF5-4295-A71D-3587081F5212}" destId="{F3DE8931-3196-4B6F-9C96-4E1B73016171}" srcOrd="0" destOrd="0" presId="urn:microsoft.com/office/officeart/2005/8/layout/hierarchy2"/>
    <dgm:cxn modelId="{FDC0D2BE-AA1C-4204-AD42-86735B0393FE}" type="presParOf" srcId="{2741295B-3EF5-4295-A71D-3587081F5212}" destId="{6566DDA6-038E-4D2D-AB9D-861822C2A621}" srcOrd="1" destOrd="0" presId="urn:microsoft.com/office/officeart/2005/8/layout/hierarchy2"/>
    <dgm:cxn modelId="{E3061337-7CE3-4B11-A0B9-26EA4A5E216E}" type="presParOf" srcId="{579F3A1C-41C0-4467-A14E-EFF630007D5B}" destId="{B74A2A3B-DB68-4C69-B3D1-C0581C9E0DCF}" srcOrd="2" destOrd="0" presId="urn:microsoft.com/office/officeart/2005/8/layout/hierarchy2"/>
    <dgm:cxn modelId="{F76FE3ED-A9F4-435D-B192-09211FC0FC95}" type="presParOf" srcId="{B74A2A3B-DB68-4C69-B3D1-C0581C9E0DCF}" destId="{62E645C1-3782-4C24-837E-4FBA499EE231}" srcOrd="0" destOrd="0" presId="urn:microsoft.com/office/officeart/2005/8/layout/hierarchy2"/>
    <dgm:cxn modelId="{39825F58-3889-4A9F-921E-CBB8E1AD8E8B}" type="presParOf" srcId="{579F3A1C-41C0-4467-A14E-EFF630007D5B}" destId="{0EAA1683-3C7F-4B3A-A65A-BDE87DF02AED}" srcOrd="3" destOrd="0" presId="urn:microsoft.com/office/officeart/2005/8/layout/hierarchy2"/>
    <dgm:cxn modelId="{45F0F991-66F1-4F32-B1EC-BD215FABF6AF}" type="presParOf" srcId="{0EAA1683-3C7F-4B3A-A65A-BDE87DF02AED}" destId="{F6EB0C54-6FEF-4F75-90E2-503A4C8B820C}" srcOrd="0" destOrd="0" presId="urn:microsoft.com/office/officeart/2005/8/layout/hierarchy2"/>
    <dgm:cxn modelId="{2C995418-D9B7-4ED9-B41F-770ACE9D1A2B}" type="presParOf" srcId="{0EAA1683-3C7F-4B3A-A65A-BDE87DF02AED}" destId="{F5BE69EA-4C6F-4AA0-B9E1-33A8D2B7ABC5}" srcOrd="1" destOrd="0" presId="urn:microsoft.com/office/officeart/2005/8/layout/hierarchy2"/>
    <dgm:cxn modelId="{FF5EEF37-4B90-41B3-A387-9903CC035199}" type="presParOf" srcId="{F5BE69EA-4C6F-4AA0-B9E1-33A8D2B7ABC5}" destId="{D68FB2FE-1F1E-4381-B663-79AC24A8077E}" srcOrd="0" destOrd="0" presId="urn:microsoft.com/office/officeart/2005/8/layout/hierarchy2"/>
    <dgm:cxn modelId="{4CFE9321-B55B-48A2-B499-07C2A05A14F3}" type="presParOf" srcId="{D68FB2FE-1F1E-4381-B663-79AC24A8077E}" destId="{B18E4ADF-71A9-420A-B9B2-FFF1478A7965}" srcOrd="0" destOrd="0" presId="urn:microsoft.com/office/officeart/2005/8/layout/hierarchy2"/>
    <dgm:cxn modelId="{9A391A2B-23D6-4B58-B021-E746A914234E}" type="presParOf" srcId="{F5BE69EA-4C6F-4AA0-B9E1-33A8D2B7ABC5}" destId="{0B15EBA1-972A-4E5D-A163-E148743917C5}" srcOrd="1" destOrd="0" presId="urn:microsoft.com/office/officeart/2005/8/layout/hierarchy2"/>
    <dgm:cxn modelId="{041979A0-3001-469E-90D2-7EA34315030A}" type="presParOf" srcId="{0B15EBA1-972A-4E5D-A163-E148743917C5}" destId="{F7A592A4-00C3-45EB-8FD4-DA7C0C61592E}" srcOrd="0" destOrd="0" presId="urn:microsoft.com/office/officeart/2005/8/layout/hierarchy2"/>
    <dgm:cxn modelId="{332F9101-58CF-4DD2-8BD1-6E96A977D70D}" type="presParOf" srcId="{0B15EBA1-972A-4E5D-A163-E148743917C5}" destId="{28AF0DB2-E316-4D58-9685-746D4AEC71C3}" srcOrd="1" destOrd="0" presId="urn:microsoft.com/office/officeart/2005/8/layout/hierarchy2"/>
    <dgm:cxn modelId="{B671EBFD-B87E-4690-97B4-2956EB9CC481}" type="presParOf" srcId="{28AF0DB2-E316-4D58-9685-746D4AEC71C3}" destId="{C3E86FC0-9B7A-4250-B1B6-D77B2C09ECD8}" srcOrd="0" destOrd="0" presId="urn:microsoft.com/office/officeart/2005/8/layout/hierarchy2"/>
    <dgm:cxn modelId="{5781B915-4F9E-4623-B944-AD1827E90080}" type="presParOf" srcId="{C3E86FC0-9B7A-4250-B1B6-D77B2C09ECD8}" destId="{3BABCB8F-5E55-4D7F-AAC3-9987C81E5A95}" srcOrd="0" destOrd="0" presId="urn:microsoft.com/office/officeart/2005/8/layout/hierarchy2"/>
    <dgm:cxn modelId="{C050815F-F6A7-4D11-8F43-E574ECC8171E}" type="presParOf" srcId="{28AF0DB2-E316-4D58-9685-746D4AEC71C3}" destId="{7E76D243-3FA9-454D-A3FD-B6E357A44BB1}" srcOrd="1" destOrd="0" presId="urn:microsoft.com/office/officeart/2005/8/layout/hierarchy2"/>
    <dgm:cxn modelId="{B7520C98-5DFE-4A2C-B6BF-4B972986F6B9}" type="presParOf" srcId="{7E76D243-3FA9-454D-A3FD-B6E357A44BB1}" destId="{5DDA5211-B64C-40E6-9B24-66BC066A2ACA}" srcOrd="0" destOrd="0" presId="urn:microsoft.com/office/officeart/2005/8/layout/hierarchy2"/>
    <dgm:cxn modelId="{BC648184-A932-4D23-817A-315242C6E5C1}" type="presParOf" srcId="{7E76D243-3FA9-454D-A3FD-B6E357A44BB1}" destId="{B495C510-ABCC-4755-A512-E934F612231D}" srcOrd="1" destOrd="0" presId="urn:microsoft.com/office/officeart/2005/8/layout/hierarchy2"/>
    <dgm:cxn modelId="{132A9A8A-CF06-4CC7-A3B8-A9CFEC5DC80A}" type="presParOf" srcId="{579F3A1C-41C0-4467-A14E-EFF630007D5B}" destId="{C9482276-0A14-4723-B642-EDF712411C50}" srcOrd="4" destOrd="0" presId="urn:microsoft.com/office/officeart/2005/8/layout/hierarchy2"/>
    <dgm:cxn modelId="{B80433F1-DA10-49FA-B84B-3EAA167A16B0}" type="presParOf" srcId="{C9482276-0A14-4723-B642-EDF712411C50}" destId="{0EAFA836-E0FC-4812-9012-27B750E6FCA2}" srcOrd="0" destOrd="0" presId="urn:microsoft.com/office/officeart/2005/8/layout/hierarchy2"/>
    <dgm:cxn modelId="{73D5C8C9-EEDA-4700-B057-F43FE80AD7ED}" type="presParOf" srcId="{579F3A1C-41C0-4467-A14E-EFF630007D5B}" destId="{37DAADC9-E401-4B86-9A2B-F702DBD0A9BE}" srcOrd="5" destOrd="0" presId="urn:microsoft.com/office/officeart/2005/8/layout/hierarchy2"/>
    <dgm:cxn modelId="{62C9BF28-F913-4300-8794-CE08DFA83B12}" type="presParOf" srcId="{37DAADC9-E401-4B86-9A2B-F702DBD0A9BE}" destId="{C5F28C4D-244C-4AEC-87CC-F04012D1696A}" srcOrd="0" destOrd="0" presId="urn:microsoft.com/office/officeart/2005/8/layout/hierarchy2"/>
    <dgm:cxn modelId="{EC251578-7945-4E60-96A7-B5A460DC989B}" type="presParOf" srcId="{37DAADC9-E401-4B86-9A2B-F702DBD0A9BE}" destId="{7C654597-FA81-466C-837E-62B6C7194709}" srcOrd="1" destOrd="0" presId="urn:microsoft.com/office/officeart/2005/8/layout/hierarchy2"/>
    <dgm:cxn modelId="{A4A8277F-E8B6-4015-BC70-BC679BCABF55}" type="presParOf" srcId="{7C654597-FA81-466C-837E-62B6C7194709}" destId="{7FF99C1A-EF34-4E47-B439-6ABAFDCEC9B5}" srcOrd="0" destOrd="0" presId="urn:microsoft.com/office/officeart/2005/8/layout/hierarchy2"/>
    <dgm:cxn modelId="{2EEE2818-642D-4234-9239-C6B113FA269B}" type="presParOf" srcId="{7FF99C1A-EF34-4E47-B439-6ABAFDCEC9B5}" destId="{2C6979C0-B5B6-44EB-8067-715376C7BBE5}" srcOrd="0" destOrd="0" presId="urn:microsoft.com/office/officeart/2005/8/layout/hierarchy2"/>
    <dgm:cxn modelId="{09C91B79-F1D8-405A-AB30-159ACC0CA54F}" type="presParOf" srcId="{7C654597-FA81-466C-837E-62B6C7194709}" destId="{F46AA1C2-9DFD-4D7D-A8EE-721B69878124}" srcOrd="1" destOrd="0" presId="urn:microsoft.com/office/officeart/2005/8/layout/hierarchy2"/>
    <dgm:cxn modelId="{C749E821-2C3A-4E29-BD2C-A481AAEEAE53}" type="presParOf" srcId="{F46AA1C2-9DFD-4D7D-A8EE-721B69878124}" destId="{71AC3855-CC85-4B6B-AE2B-7D5327855AA0}" srcOrd="0" destOrd="0" presId="urn:microsoft.com/office/officeart/2005/8/layout/hierarchy2"/>
    <dgm:cxn modelId="{CAE708A1-1FBF-43B2-9D85-53194D839D6E}" type="presParOf" srcId="{F46AA1C2-9DFD-4D7D-A8EE-721B69878124}" destId="{BABD9FA5-4B33-4E1E-9312-6455C05157BA}" srcOrd="1" destOrd="0" presId="urn:microsoft.com/office/officeart/2005/8/layout/hierarchy2"/>
    <dgm:cxn modelId="{BE3CB943-1344-4BDE-8A55-227D35DE2619}" type="presParOf" srcId="{579F3A1C-41C0-4467-A14E-EFF630007D5B}" destId="{0F08D8FD-603C-4124-95FB-E509571571DF}" srcOrd="6" destOrd="0" presId="urn:microsoft.com/office/officeart/2005/8/layout/hierarchy2"/>
    <dgm:cxn modelId="{E381A7D6-74F1-4C9C-9BCE-F835F7EB9C31}" type="presParOf" srcId="{0F08D8FD-603C-4124-95FB-E509571571DF}" destId="{538EF1DA-8FED-4CB2-B368-95DF27939006}" srcOrd="0" destOrd="0" presId="urn:microsoft.com/office/officeart/2005/8/layout/hierarchy2"/>
    <dgm:cxn modelId="{FBEA0125-4626-4BBA-AAB8-B479A4611126}" type="presParOf" srcId="{579F3A1C-41C0-4467-A14E-EFF630007D5B}" destId="{0F915933-9743-493B-BA46-1A586E65DAE5}" srcOrd="7" destOrd="0" presId="urn:microsoft.com/office/officeart/2005/8/layout/hierarchy2"/>
    <dgm:cxn modelId="{F8C0F5C7-86A9-4AAE-A44A-CFA564932C00}" type="presParOf" srcId="{0F915933-9743-493B-BA46-1A586E65DAE5}" destId="{A7C2FF69-8A75-422B-8F4E-885DFCE75155}" srcOrd="0" destOrd="0" presId="urn:microsoft.com/office/officeart/2005/8/layout/hierarchy2"/>
    <dgm:cxn modelId="{FBC4C639-E3D4-418F-AC67-A4B37DDF00D8}" type="presParOf" srcId="{0F915933-9743-493B-BA46-1A586E65DAE5}" destId="{B4A064F7-084F-4E0B-90D3-BB88AD74A73F}" srcOrd="1" destOrd="0" presId="urn:microsoft.com/office/officeart/2005/8/layout/hierarchy2"/>
    <dgm:cxn modelId="{D3DA5719-EE27-41CB-B41D-39DAD5E77803}" type="presParOf" srcId="{B4A064F7-084F-4E0B-90D3-BB88AD74A73F}" destId="{DA54508F-1E22-4360-9CA8-8A8B1013BF24}" srcOrd="0" destOrd="0" presId="urn:microsoft.com/office/officeart/2005/8/layout/hierarchy2"/>
    <dgm:cxn modelId="{5489A415-69D8-4980-BB85-82FEF910E3D0}" type="presParOf" srcId="{DA54508F-1E22-4360-9CA8-8A8B1013BF24}" destId="{BE460FA5-D667-4FA0-9C84-E220B209763E}" srcOrd="0" destOrd="0" presId="urn:microsoft.com/office/officeart/2005/8/layout/hierarchy2"/>
    <dgm:cxn modelId="{843E8512-0506-4E1F-8CFC-C0807F58D41A}" type="presParOf" srcId="{B4A064F7-084F-4E0B-90D3-BB88AD74A73F}" destId="{2DCFAD0B-FF7D-466B-BA5D-77C5083367A2}" srcOrd="1" destOrd="0" presId="urn:microsoft.com/office/officeart/2005/8/layout/hierarchy2"/>
    <dgm:cxn modelId="{39C6130D-1435-44E3-95C5-7287E114A02D}" type="presParOf" srcId="{2DCFAD0B-FF7D-466B-BA5D-77C5083367A2}" destId="{E8A5466B-58AA-4483-B428-E4E88F7C070C}" srcOrd="0" destOrd="0" presId="urn:microsoft.com/office/officeart/2005/8/layout/hierarchy2"/>
    <dgm:cxn modelId="{4230B62B-502C-450D-A514-9CB2FA8D8CE1}" type="presParOf" srcId="{2DCFAD0B-FF7D-466B-BA5D-77C5083367A2}" destId="{6256663A-66DD-4B44-8DA3-879408772554}" srcOrd="1" destOrd="0" presId="urn:microsoft.com/office/officeart/2005/8/layout/hierarchy2"/>
    <dgm:cxn modelId="{9CE19D3C-791C-48B4-9172-020909441A3C}" type="presParOf" srcId="{6256663A-66DD-4B44-8DA3-879408772554}" destId="{0C59390B-7767-4891-8E2D-9DF57F5EC459}" srcOrd="0" destOrd="0" presId="urn:microsoft.com/office/officeart/2005/8/layout/hierarchy2"/>
    <dgm:cxn modelId="{F3CE846B-F379-4E4E-AA6A-30221C41F909}" type="presParOf" srcId="{0C59390B-7767-4891-8E2D-9DF57F5EC459}" destId="{DC37D228-2CDF-4590-BFB5-B93EE53FCE22}" srcOrd="0" destOrd="0" presId="urn:microsoft.com/office/officeart/2005/8/layout/hierarchy2"/>
    <dgm:cxn modelId="{A0997AF1-1F49-4DF3-AAC4-2C3676CAB014}" type="presParOf" srcId="{6256663A-66DD-4B44-8DA3-879408772554}" destId="{C9D795AB-12C2-445B-B0AA-A6DDA1DB51A7}" srcOrd="1" destOrd="0" presId="urn:microsoft.com/office/officeart/2005/8/layout/hierarchy2"/>
    <dgm:cxn modelId="{85858F2D-5BE3-48E8-824A-2BF61A33B9C3}" type="presParOf" srcId="{C9D795AB-12C2-445B-B0AA-A6DDA1DB51A7}" destId="{F5BAE770-A587-46E3-AF75-D69DE2DBD0C3}" srcOrd="0" destOrd="0" presId="urn:microsoft.com/office/officeart/2005/8/layout/hierarchy2"/>
    <dgm:cxn modelId="{463E0F96-7F7E-4061-AB78-D54E76F6F893}" type="presParOf" srcId="{C9D795AB-12C2-445B-B0AA-A6DDA1DB51A7}" destId="{BABA9DC1-1D9C-4491-8044-543E8EE99A9E}" srcOrd="1" destOrd="0" presId="urn:microsoft.com/office/officeart/2005/8/layout/hierarchy2"/>
    <dgm:cxn modelId="{CB644C81-3685-4CE1-B9EF-410B0AB04553}" type="presParOf" srcId="{B4A064F7-084F-4E0B-90D3-BB88AD74A73F}" destId="{A0A15517-2E45-44B3-881F-915AC5F5D36B}" srcOrd="2" destOrd="0" presId="urn:microsoft.com/office/officeart/2005/8/layout/hierarchy2"/>
    <dgm:cxn modelId="{737D0C9D-EB00-40F5-AA10-81EE058B2D12}" type="presParOf" srcId="{A0A15517-2E45-44B3-881F-915AC5F5D36B}" destId="{EF7F987E-8109-4CCA-9806-67370E3DDBEF}" srcOrd="0" destOrd="0" presId="urn:microsoft.com/office/officeart/2005/8/layout/hierarchy2"/>
    <dgm:cxn modelId="{81065BCE-04BF-4E2A-B2E1-8CDECFC0C1FB}" type="presParOf" srcId="{B4A064F7-084F-4E0B-90D3-BB88AD74A73F}" destId="{C664A993-460F-406A-832F-534966FA7E2C}" srcOrd="3" destOrd="0" presId="urn:microsoft.com/office/officeart/2005/8/layout/hierarchy2"/>
    <dgm:cxn modelId="{F9959315-C7C3-4F0B-8830-D1F5B2FE5715}" type="presParOf" srcId="{C664A993-460F-406A-832F-534966FA7E2C}" destId="{5D711550-33FA-4F32-B4F9-FAEDADEAFA24}" srcOrd="0" destOrd="0" presId="urn:microsoft.com/office/officeart/2005/8/layout/hierarchy2"/>
    <dgm:cxn modelId="{A2F0D062-68F2-4202-8945-441A05B61B2E}" type="presParOf" srcId="{C664A993-460F-406A-832F-534966FA7E2C}" destId="{A09FA990-8CA6-4336-97E9-CD9A775A1C9C}"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6889CB3-FF99-4793-836B-D8D77234AA6E}">
      <dsp:nvSpPr>
        <dsp:cNvPr id="0" name=""/>
        <dsp:cNvSpPr/>
      </dsp:nvSpPr>
      <dsp:spPr>
        <a:xfrm>
          <a:off x="0" y="5764040"/>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A CNN-based model was created from scratch, and extensive work was done to enhance its quality by adding numerous parameters, hyperparameters, optimizers, and layers.</a:t>
          </a:r>
        </a:p>
      </dsp:txBody>
      <dsp:txXfrm>
        <a:off x="54079" y="5818119"/>
        <a:ext cx="3584624" cy="1738233"/>
      </dsp:txXfrm>
    </dsp:sp>
    <dsp:sp modelId="{4555F137-B9BE-4A50-8EBF-12524771A86F}">
      <dsp:nvSpPr>
        <dsp:cNvPr id="0" name=""/>
        <dsp:cNvSpPr/>
      </dsp:nvSpPr>
      <dsp:spPr>
        <a:xfrm rot="17489747">
          <a:off x="2413524" y="4796039"/>
          <a:ext cx="4038271" cy="25004"/>
        </a:xfrm>
        <a:custGeom>
          <a:avLst/>
          <a:gdLst/>
          <a:ahLst/>
          <a:cxnLst/>
          <a:rect l="0" t="0" r="0" b="0"/>
          <a:pathLst>
            <a:path>
              <a:moveTo>
                <a:pt x="0" y="12502"/>
              </a:moveTo>
              <a:lnTo>
                <a:pt x="4038271" y="125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4331703" y="4707585"/>
        <a:ext cx="201913" cy="201913"/>
      </dsp:txXfrm>
    </dsp:sp>
    <dsp:sp modelId="{6461BB1F-1530-45CA-98B8-871BAAAB815B}">
      <dsp:nvSpPr>
        <dsp:cNvPr id="0" name=""/>
        <dsp:cNvSpPr/>
      </dsp:nvSpPr>
      <dsp:spPr>
        <a:xfrm>
          <a:off x="5172537" y="200665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tr-TR" sz="3600" kern="1200" dirty="0"/>
            <a:t>H</a:t>
          </a:r>
          <a:r>
            <a:rPr lang="en-GB" sz="3600" kern="1200" dirty="0" err="1"/>
            <a:t>yperparameter</a:t>
          </a:r>
          <a:endParaRPr lang="en-GB" sz="3600" kern="1200" dirty="0"/>
        </a:p>
      </dsp:txBody>
      <dsp:txXfrm>
        <a:off x="5226616" y="2060731"/>
        <a:ext cx="3584624" cy="1738233"/>
      </dsp:txXfrm>
    </dsp:sp>
    <dsp:sp modelId="{A1A970C4-2848-4079-8E48-DC049FCCFAE4}">
      <dsp:nvSpPr>
        <dsp:cNvPr id="0" name=""/>
        <dsp:cNvSpPr/>
      </dsp:nvSpPr>
      <dsp:spPr>
        <a:xfrm>
          <a:off x="8865320" y="2917345"/>
          <a:ext cx="1477113" cy="25004"/>
        </a:xfrm>
        <a:custGeom>
          <a:avLst/>
          <a:gdLst/>
          <a:ahLst/>
          <a:cxnLst/>
          <a:rect l="0" t="0" r="0" b="0"/>
          <a:pathLst>
            <a:path>
              <a:moveTo>
                <a:pt x="0" y="12502"/>
              </a:moveTo>
              <a:lnTo>
                <a:pt x="1477113"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9566948" y="2892920"/>
        <a:ext cx="73855" cy="73855"/>
      </dsp:txXfrm>
    </dsp:sp>
    <dsp:sp modelId="{9DB75415-2157-425F-B16D-C4B6746D9FDA}">
      <dsp:nvSpPr>
        <dsp:cNvPr id="0" name=""/>
        <dsp:cNvSpPr/>
      </dsp:nvSpPr>
      <dsp:spPr>
        <a:xfrm>
          <a:off x="10342433" y="200665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Different epoch values were tested, and it was determined that using 300 epochs was most appropriate.</a:t>
          </a:r>
        </a:p>
      </dsp:txBody>
      <dsp:txXfrm>
        <a:off x="10396512" y="2060731"/>
        <a:ext cx="3584624" cy="1738233"/>
      </dsp:txXfrm>
    </dsp:sp>
    <dsp:sp modelId="{DDFFD480-F8B5-402D-B81A-4AED76AD7764}">
      <dsp:nvSpPr>
        <dsp:cNvPr id="0" name=""/>
        <dsp:cNvSpPr/>
      </dsp:nvSpPr>
      <dsp:spPr>
        <a:xfrm>
          <a:off x="14035215" y="2917345"/>
          <a:ext cx="1477113" cy="25004"/>
        </a:xfrm>
        <a:custGeom>
          <a:avLst/>
          <a:gdLst/>
          <a:ahLst/>
          <a:cxnLst/>
          <a:rect l="0" t="0" r="0" b="0"/>
          <a:pathLst>
            <a:path>
              <a:moveTo>
                <a:pt x="0" y="12502"/>
              </a:moveTo>
              <a:lnTo>
                <a:pt x="1477113"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4736844" y="2892920"/>
        <a:ext cx="73855" cy="73855"/>
      </dsp:txXfrm>
    </dsp:sp>
    <dsp:sp modelId="{AE55CD77-818B-4184-9B30-D2DFB5F1740E}">
      <dsp:nvSpPr>
        <dsp:cNvPr id="0" name=""/>
        <dsp:cNvSpPr/>
      </dsp:nvSpPr>
      <dsp:spPr>
        <a:xfrm>
          <a:off x="15512328" y="200665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Later, when the learning rate value was decreased from 0.0001 to 0.00001, the training time of the model increased, and the loss graph became smoother.</a:t>
          </a:r>
        </a:p>
      </dsp:txBody>
      <dsp:txXfrm>
        <a:off x="15566407" y="2060731"/>
        <a:ext cx="3584624" cy="1738233"/>
      </dsp:txXfrm>
    </dsp:sp>
    <dsp:sp modelId="{5FC326DE-DE2A-43CE-9761-7A7917566807}">
      <dsp:nvSpPr>
        <dsp:cNvPr id="0" name=""/>
        <dsp:cNvSpPr/>
      </dsp:nvSpPr>
      <dsp:spPr>
        <a:xfrm rot="19457599">
          <a:off x="19034133" y="2386508"/>
          <a:ext cx="1819070" cy="25004"/>
        </a:xfrm>
        <a:custGeom>
          <a:avLst/>
          <a:gdLst/>
          <a:ahLst/>
          <a:cxnLst/>
          <a:rect l="0" t="0" r="0" b="0"/>
          <a:pathLst>
            <a:path>
              <a:moveTo>
                <a:pt x="0" y="12502"/>
              </a:moveTo>
              <a:lnTo>
                <a:pt x="1819070"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19898191" y="2353534"/>
        <a:ext cx="90953" cy="90953"/>
      </dsp:txXfrm>
    </dsp:sp>
    <dsp:sp modelId="{4BEBBB85-CE46-4A2F-B66E-828E1F177CB0}">
      <dsp:nvSpPr>
        <dsp:cNvPr id="0" name=""/>
        <dsp:cNvSpPr/>
      </dsp:nvSpPr>
      <dsp:spPr>
        <a:xfrm>
          <a:off x="20682224" y="944977"/>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Initially, when the batch size value was increased from 32 to 64, a significant decrease in validation loss was observed.</a:t>
          </a:r>
        </a:p>
      </dsp:txBody>
      <dsp:txXfrm>
        <a:off x="20736303" y="999056"/>
        <a:ext cx="3584624" cy="1738233"/>
      </dsp:txXfrm>
    </dsp:sp>
    <dsp:sp modelId="{F87776C6-42C2-4CAC-B0BF-1419D4974053}">
      <dsp:nvSpPr>
        <dsp:cNvPr id="0" name=""/>
        <dsp:cNvSpPr/>
      </dsp:nvSpPr>
      <dsp:spPr>
        <a:xfrm rot="2142401">
          <a:off x="19034133" y="3448183"/>
          <a:ext cx="1819070" cy="25004"/>
        </a:xfrm>
        <a:custGeom>
          <a:avLst/>
          <a:gdLst/>
          <a:ahLst/>
          <a:cxnLst/>
          <a:rect l="0" t="0" r="0" b="0"/>
          <a:pathLst>
            <a:path>
              <a:moveTo>
                <a:pt x="0" y="12502"/>
              </a:moveTo>
              <a:lnTo>
                <a:pt x="1819070"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19898191" y="3415209"/>
        <a:ext cx="90953" cy="90953"/>
      </dsp:txXfrm>
    </dsp:sp>
    <dsp:sp modelId="{F3DE8931-3196-4B6F-9C96-4E1B73016171}">
      <dsp:nvSpPr>
        <dsp:cNvPr id="0" name=""/>
        <dsp:cNvSpPr/>
      </dsp:nvSpPr>
      <dsp:spPr>
        <a:xfrm>
          <a:off x="20682224" y="3068327"/>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Different image sizes were tested, and it was observed that the optimal result was achieved with a size of 512x512 pixels.</a:t>
          </a:r>
          <a:r>
            <a:rPr lang="tr-TR" sz="1800" kern="1200" dirty="0"/>
            <a:t> </a:t>
          </a:r>
          <a:br>
            <a:rPr lang="en-GB" sz="1800" kern="1200" dirty="0"/>
          </a:br>
          <a:endParaRPr lang="en-GB" sz="1800" kern="1200" dirty="0"/>
        </a:p>
      </dsp:txBody>
      <dsp:txXfrm>
        <a:off x="20736303" y="3122406"/>
        <a:ext cx="3584624" cy="1738233"/>
      </dsp:txXfrm>
    </dsp:sp>
    <dsp:sp modelId="{B74A2A3B-DB68-4C69-B3D1-C0581C9E0DCF}">
      <dsp:nvSpPr>
        <dsp:cNvPr id="0" name=""/>
        <dsp:cNvSpPr/>
      </dsp:nvSpPr>
      <dsp:spPr>
        <a:xfrm rot="18729804">
          <a:off x="3330417" y="5857714"/>
          <a:ext cx="2204484" cy="25004"/>
        </a:xfrm>
        <a:custGeom>
          <a:avLst/>
          <a:gdLst/>
          <a:ahLst/>
          <a:cxnLst/>
          <a:rect l="0" t="0" r="0" b="0"/>
          <a:pathLst>
            <a:path>
              <a:moveTo>
                <a:pt x="0" y="12502"/>
              </a:moveTo>
              <a:lnTo>
                <a:pt x="2204484" y="125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GB" sz="800" kern="1200"/>
        </a:p>
      </dsp:txBody>
      <dsp:txXfrm>
        <a:off x="4377547" y="5815105"/>
        <a:ext cx="110224" cy="110224"/>
      </dsp:txXfrm>
    </dsp:sp>
    <dsp:sp modelId="{F6EB0C54-6FEF-4F75-90E2-503A4C8B820C}">
      <dsp:nvSpPr>
        <dsp:cNvPr id="0" name=""/>
        <dsp:cNvSpPr/>
      </dsp:nvSpPr>
      <dsp:spPr>
        <a:xfrm>
          <a:off x="5172537" y="413000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tr-TR" sz="3600" kern="1200" dirty="0"/>
            <a:t>R</a:t>
          </a:r>
          <a:r>
            <a:rPr lang="en-GB" sz="3600" kern="1200" dirty="0" err="1"/>
            <a:t>egularization</a:t>
          </a:r>
          <a:endParaRPr lang="en-GB" sz="3600" kern="1200" dirty="0"/>
        </a:p>
      </dsp:txBody>
      <dsp:txXfrm>
        <a:off x="5226616" y="4184081"/>
        <a:ext cx="3584624" cy="1738233"/>
      </dsp:txXfrm>
    </dsp:sp>
    <dsp:sp modelId="{D68FB2FE-1F1E-4381-B663-79AC24A8077E}">
      <dsp:nvSpPr>
        <dsp:cNvPr id="0" name=""/>
        <dsp:cNvSpPr/>
      </dsp:nvSpPr>
      <dsp:spPr>
        <a:xfrm>
          <a:off x="8865320" y="5040695"/>
          <a:ext cx="1477113" cy="25004"/>
        </a:xfrm>
        <a:custGeom>
          <a:avLst/>
          <a:gdLst/>
          <a:ahLst/>
          <a:cxnLst/>
          <a:rect l="0" t="0" r="0" b="0"/>
          <a:pathLst>
            <a:path>
              <a:moveTo>
                <a:pt x="0" y="12502"/>
              </a:moveTo>
              <a:lnTo>
                <a:pt x="1477113"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9566948" y="5016270"/>
        <a:ext cx="73855" cy="73855"/>
      </dsp:txXfrm>
    </dsp:sp>
    <dsp:sp modelId="{F7A592A4-00C3-45EB-8FD4-DA7C0C61592E}">
      <dsp:nvSpPr>
        <dsp:cNvPr id="0" name=""/>
        <dsp:cNvSpPr/>
      </dsp:nvSpPr>
      <dsp:spPr>
        <a:xfrm>
          <a:off x="10342433" y="413000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Additionally, an L2 </a:t>
          </a:r>
          <a:r>
            <a:rPr lang="en-GB" sz="1800" kern="1200" dirty="0" err="1"/>
            <a:t>regularizer</a:t>
          </a:r>
          <a:r>
            <a:rPr lang="en-GB" sz="1800" kern="1200" dirty="0"/>
            <a:t> was added to the layer to prevent overfitting and enable the model to generalize.</a:t>
          </a:r>
        </a:p>
      </dsp:txBody>
      <dsp:txXfrm>
        <a:off x="10396512" y="4184081"/>
        <a:ext cx="3584624" cy="1738233"/>
      </dsp:txXfrm>
    </dsp:sp>
    <dsp:sp modelId="{C3E86FC0-9B7A-4250-B1B6-D77B2C09ECD8}">
      <dsp:nvSpPr>
        <dsp:cNvPr id="0" name=""/>
        <dsp:cNvSpPr/>
      </dsp:nvSpPr>
      <dsp:spPr>
        <a:xfrm>
          <a:off x="14035215" y="5040695"/>
          <a:ext cx="1477113" cy="25004"/>
        </a:xfrm>
        <a:custGeom>
          <a:avLst/>
          <a:gdLst/>
          <a:ahLst/>
          <a:cxnLst/>
          <a:rect l="0" t="0" r="0" b="0"/>
          <a:pathLst>
            <a:path>
              <a:moveTo>
                <a:pt x="0" y="12502"/>
              </a:moveTo>
              <a:lnTo>
                <a:pt x="1477113"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4736844" y="5016270"/>
        <a:ext cx="73855" cy="73855"/>
      </dsp:txXfrm>
    </dsp:sp>
    <dsp:sp modelId="{5DDA5211-B64C-40E6-9B24-66BC066A2ACA}">
      <dsp:nvSpPr>
        <dsp:cNvPr id="0" name=""/>
        <dsp:cNvSpPr/>
      </dsp:nvSpPr>
      <dsp:spPr>
        <a:xfrm>
          <a:off x="15512328" y="413000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Additionally, the model's generalization ability was enhanced by adding a Dropout layer. During training, different neurons are deactivated in each iteration, making the model more robust and flexible.</a:t>
          </a:r>
        </a:p>
      </dsp:txBody>
      <dsp:txXfrm>
        <a:off x="15566407" y="4184081"/>
        <a:ext cx="3584624" cy="1738233"/>
      </dsp:txXfrm>
    </dsp:sp>
    <dsp:sp modelId="{C9482276-0A14-4723-B642-EDF712411C50}">
      <dsp:nvSpPr>
        <dsp:cNvPr id="0" name=""/>
        <dsp:cNvSpPr/>
      </dsp:nvSpPr>
      <dsp:spPr>
        <a:xfrm rot="1097854">
          <a:off x="3653381" y="6919389"/>
          <a:ext cx="1558556" cy="25004"/>
        </a:xfrm>
        <a:custGeom>
          <a:avLst/>
          <a:gdLst/>
          <a:ahLst/>
          <a:cxnLst/>
          <a:rect l="0" t="0" r="0" b="0"/>
          <a:pathLst>
            <a:path>
              <a:moveTo>
                <a:pt x="0" y="12502"/>
              </a:moveTo>
              <a:lnTo>
                <a:pt x="1558556" y="125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4393696" y="6892928"/>
        <a:ext cx="77927" cy="77927"/>
      </dsp:txXfrm>
    </dsp:sp>
    <dsp:sp modelId="{C5F28C4D-244C-4AEC-87CC-F04012D1696A}">
      <dsp:nvSpPr>
        <dsp:cNvPr id="0" name=""/>
        <dsp:cNvSpPr/>
      </dsp:nvSpPr>
      <dsp:spPr>
        <a:xfrm>
          <a:off x="5172537" y="625335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tr-TR" sz="3600" kern="1200" dirty="0" err="1"/>
            <a:t>Optimizer</a:t>
          </a:r>
          <a:endParaRPr lang="en-GB" sz="3600" kern="1200" dirty="0"/>
        </a:p>
      </dsp:txBody>
      <dsp:txXfrm>
        <a:off x="5226616" y="6307431"/>
        <a:ext cx="3584624" cy="1738233"/>
      </dsp:txXfrm>
    </dsp:sp>
    <dsp:sp modelId="{7FF99C1A-EF34-4E47-B439-6ABAFDCEC9B5}">
      <dsp:nvSpPr>
        <dsp:cNvPr id="0" name=""/>
        <dsp:cNvSpPr/>
      </dsp:nvSpPr>
      <dsp:spPr>
        <a:xfrm>
          <a:off x="8865320" y="7164046"/>
          <a:ext cx="1477113" cy="25004"/>
        </a:xfrm>
        <a:custGeom>
          <a:avLst/>
          <a:gdLst/>
          <a:ahLst/>
          <a:cxnLst/>
          <a:rect l="0" t="0" r="0" b="0"/>
          <a:pathLst>
            <a:path>
              <a:moveTo>
                <a:pt x="0" y="12502"/>
              </a:moveTo>
              <a:lnTo>
                <a:pt x="1477113"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9566948" y="7139620"/>
        <a:ext cx="73855" cy="73855"/>
      </dsp:txXfrm>
    </dsp:sp>
    <dsp:sp modelId="{71AC3855-CC85-4B6B-AE2B-7D5327855AA0}">
      <dsp:nvSpPr>
        <dsp:cNvPr id="0" name=""/>
        <dsp:cNvSpPr/>
      </dsp:nvSpPr>
      <dsp:spPr>
        <a:xfrm>
          <a:off x="10342433" y="625335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To facilitate rapid and effective training, the "Adam" optimizer was preferred and added.</a:t>
          </a:r>
        </a:p>
      </dsp:txBody>
      <dsp:txXfrm>
        <a:off x="10396512" y="6307431"/>
        <a:ext cx="3584624" cy="1738233"/>
      </dsp:txXfrm>
    </dsp:sp>
    <dsp:sp modelId="{0F08D8FD-603C-4124-95FB-E509571571DF}">
      <dsp:nvSpPr>
        <dsp:cNvPr id="0" name=""/>
        <dsp:cNvSpPr/>
      </dsp:nvSpPr>
      <dsp:spPr>
        <a:xfrm rot="4083842">
          <a:off x="2452102" y="8511902"/>
          <a:ext cx="3961114" cy="25004"/>
        </a:xfrm>
        <a:custGeom>
          <a:avLst/>
          <a:gdLst/>
          <a:ahLst/>
          <a:cxnLst/>
          <a:rect l="0" t="0" r="0" b="0"/>
          <a:pathLst>
            <a:path>
              <a:moveTo>
                <a:pt x="0" y="12502"/>
              </a:moveTo>
              <a:lnTo>
                <a:pt x="3961114" y="12502"/>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666750">
            <a:lnSpc>
              <a:spcPct val="90000"/>
            </a:lnSpc>
            <a:spcBef>
              <a:spcPct val="0"/>
            </a:spcBef>
            <a:spcAft>
              <a:spcPct val="35000"/>
            </a:spcAft>
            <a:buNone/>
          </a:pPr>
          <a:endParaRPr lang="en-GB" sz="1500" kern="1200"/>
        </a:p>
      </dsp:txBody>
      <dsp:txXfrm>
        <a:off x="4333632" y="8425377"/>
        <a:ext cx="198055" cy="198055"/>
      </dsp:txXfrm>
    </dsp:sp>
    <dsp:sp modelId="{A7C2FF69-8A75-422B-8F4E-885DFCE75155}">
      <dsp:nvSpPr>
        <dsp:cNvPr id="0" name=""/>
        <dsp:cNvSpPr/>
      </dsp:nvSpPr>
      <dsp:spPr>
        <a:xfrm>
          <a:off x="5172537" y="9438377"/>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1600200">
            <a:lnSpc>
              <a:spcPct val="90000"/>
            </a:lnSpc>
            <a:spcBef>
              <a:spcPct val="0"/>
            </a:spcBef>
            <a:spcAft>
              <a:spcPct val="35000"/>
            </a:spcAft>
            <a:buNone/>
          </a:pPr>
          <a:r>
            <a:rPr lang="tr-TR" sz="3600" kern="1200" dirty="0" err="1"/>
            <a:t>Pre-process</a:t>
          </a:r>
          <a:endParaRPr lang="en-GB" sz="3600" kern="1200" dirty="0"/>
        </a:p>
      </dsp:txBody>
      <dsp:txXfrm>
        <a:off x="5226616" y="9492456"/>
        <a:ext cx="3584624" cy="1738233"/>
      </dsp:txXfrm>
    </dsp:sp>
    <dsp:sp modelId="{DA54508F-1E22-4360-9CA8-8A8B1013BF24}">
      <dsp:nvSpPr>
        <dsp:cNvPr id="0" name=""/>
        <dsp:cNvSpPr/>
      </dsp:nvSpPr>
      <dsp:spPr>
        <a:xfrm rot="19457599">
          <a:off x="8694341" y="9818233"/>
          <a:ext cx="1819070" cy="25004"/>
        </a:xfrm>
        <a:custGeom>
          <a:avLst/>
          <a:gdLst/>
          <a:ahLst/>
          <a:cxnLst/>
          <a:rect l="0" t="0" r="0" b="0"/>
          <a:pathLst>
            <a:path>
              <a:moveTo>
                <a:pt x="0" y="12502"/>
              </a:moveTo>
              <a:lnTo>
                <a:pt x="1819070"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9558399" y="9785259"/>
        <a:ext cx="90953" cy="90953"/>
      </dsp:txXfrm>
    </dsp:sp>
    <dsp:sp modelId="{E8A5466B-58AA-4483-B428-E4E88F7C070C}">
      <dsp:nvSpPr>
        <dsp:cNvPr id="0" name=""/>
        <dsp:cNvSpPr/>
      </dsp:nvSpPr>
      <dsp:spPr>
        <a:xfrm>
          <a:off x="10342433" y="837670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Data augmentation techniques were tried to prevent the model from overfitting, and good results were achieved by only adding brightness.</a:t>
          </a:r>
        </a:p>
      </dsp:txBody>
      <dsp:txXfrm>
        <a:off x="10396512" y="8430781"/>
        <a:ext cx="3584624" cy="1738233"/>
      </dsp:txXfrm>
    </dsp:sp>
    <dsp:sp modelId="{0C59390B-7767-4891-8E2D-9DF57F5EC459}">
      <dsp:nvSpPr>
        <dsp:cNvPr id="0" name=""/>
        <dsp:cNvSpPr/>
      </dsp:nvSpPr>
      <dsp:spPr>
        <a:xfrm>
          <a:off x="14035215" y="9287396"/>
          <a:ext cx="1477113" cy="25004"/>
        </a:xfrm>
        <a:custGeom>
          <a:avLst/>
          <a:gdLst/>
          <a:ahLst/>
          <a:cxnLst/>
          <a:rect l="0" t="0" r="0" b="0"/>
          <a:pathLst>
            <a:path>
              <a:moveTo>
                <a:pt x="0" y="12502"/>
              </a:moveTo>
              <a:lnTo>
                <a:pt x="1477113"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GB" sz="500" kern="1200"/>
        </a:p>
      </dsp:txBody>
      <dsp:txXfrm>
        <a:off x="14736844" y="9262970"/>
        <a:ext cx="73855" cy="73855"/>
      </dsp:txXfrm>
    </dsp:sp>
    <dsp:sp modelId="{F5BAE770-A587-46E3-AF75-D69DE2DBD0C3}">
      <dsp:nvSpPr>
        <dsp:cNvPr id="0" name=""/>
        <dsp:cNvSpPr/>
      </dsp:nvSpPr>
      <dsp:spPr>
        <a:xfrm>
          <a:off x="15512328" y="8376702"/>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During training, the data was normalized, but there was no normalization during the testing phase. Normalization was also added during the testing phase, but the result was not as expected.</a:t>
          </a:r>
        </a:p>
      </dsp:txBody>
      <dsp:txXfrm>
        <a:off x="15566407" y="8430781"/>
        <a:ext cx="3584624" cy="1738233"/>
      </dsp:txXfrm>
    </dsp:sp>
    <dsp:sp modelId="{A0A15517-2E45-44B3-881F-915AC5F5D36B}">
      <dsp:nvSpPr>
        <dsp:cNvPr id="0" name=""/>
        <dsp:cNvSpPr/>
      </dsp:nvSpPr>
      <dsp:spPr>
        <a:xfrm rot="2142401">
          <a:off x="8694341" y="10879908"/>
          <a:ext cx="1819070" cy="25004"/>
        </a:xfrm>
        <a:custGeom>
          <a:avLst/>
          <a:gdLst/>
          <a:ahLst/>
          <a:cxnLst/>
          <a:rect l="0" t="0" r="0" b="0"/>
          <a:pathLst>
            <a:path>
              <a:moveTo>
                <a:pt x="0" y="12502"/>
              </a:moveTo>
              <a:lnTo>
                <a:pt x="1819070" y="12502"/>
              </a:lnTo>
            </a:path>
          </a:pathLst>
        </a:custGeom>
        <a:noFill/>
        <a:ln w="25400" cap="flat" cmpd="sng" algn="ctr">
          <a:solidFill>
            <a:schemeClr val="accent1">
              <a:shade val="8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GB" sz="600" kern="1200"/>
        </a:p>
      </dsp:txBody>
      <dsp:txXfrm>
        <a:off x="9558399" y="10846934"/>
        <a:ext cx="90953" cy="90953"/>
      </dsp:txXfrm>
    </dsp:sp>
    <dsp:sp modelId="{5D711550-33FA-4F32-B4F9-FAEDADEAFA24}">
      <dsp:nvSpPr>
        <dsp:cNvPr id="0" name=""/>
        <dsp:cNvSpPr/>
      </dsp:nvSpPr>
      <dsp:spPr>
        <a:xfrm>
          <a:off x="10342433" y="10500053"/>
          <a:ext cx="3692782" cy="1846391"/>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GB" sz="1800" kern="1200" dirty="0"/>
            <a:t>The resizing layer resizes incoming images to a specific dimension, while the rescaling layer scales pixel values to the [0,1] range.</a:t>
          </a:r>
        </a:p>
      </dsp:txBody>
      <dsp:txXfrm>
        <a:off x="10396512" y="10554132"/>
        <a:ext cx="3584624" cy="1738233"/>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24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4" name="Google Shape;124;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5" name="Google Shape;125;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5" name="Google Shape;135;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
        <p:cNvGrpSpPr/>
        <p:nvPr/>
      </p:nvGrpSpPr>
      <p:grpSpPr>
        <a:xfrm>
          <a:off x="0" y="0"/>
          <a:ext cx="0" cy="0"/>
          <a:chOff x="0" y="0"/>
          <a:chExt cx="0" cy="0"/>
        </a:xfrm>
      </p:grpSpPr>
      <p:sp>
        <p:nvSpPr>
          <p:cNvPr id="145" name="Google Shape;14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6" name="Google Shape;14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94897487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6" name="Google Shape;156;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2" name="Google Shape;162;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3" name="Google Shape;16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5" name="Google Shape;195;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96" name="Google Shape;196;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4" name="Google Shape;244;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45" name="Google Shape;245;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9" name="Google Shape;269;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0" name="Google Shape;270;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1" name="Google Shape;28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5"/>
        <p:cNvGrpSpPr/>
        <p:nvPr/>
      </p:nvGrpSpPr>
      <p:grpSpPr>
        <a:xfrm>
          <a:off x="0" y="0"/>
          <a:ext cx="0" cy="0"/>
          <a:chOff x="0" y="0"/>
          <a:chExt cx="0" cy="0"/>
        </a:xfrm>
      </p:grpSpPr>
      <p:sp>
        <p:nvSpPr>
          <p:cNvPr id="736" name="Google Shape;736;p1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37" name="Google Shape;737;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1"/>
        <p:cNvGrpSpPr/>
        <p:nvPr/>
      </p:nvGrpSpPr>
      <p:grpSpPr>
        <a:xfrm>
          <a:off x="0" y="0"/>
          <a:ext cx="0" cy="0"/>
          <a:chOff x="0" y="0"/>
          <a:chExt cx="0" cy="0"/>
        </a:xfrm>
      </p:grpSpPr>
      <p:sp>
        <p:nvSpPr>
          <p:cNvPr id="782" name="Google Shape;782;p2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83" name="Google Shape;783;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2"/>
        <p:cNvGrpSpPr/>
        <p:nvPr/>
      </p:nvGrpSpPr>
      <p:grpSpPr>
        <a:xfrm>
          <a:off x="0" y="0"/>
          <a:ext cx="0" cy="0"/>
          <a:chOff x="0" y="0"/>
          <a:chExt cx="0" cy="0"/>
        </a:xfrm>
      </p:grpSpPr>
      <p:sp>
        <p:nvSpPr>
          <p:cNvPr id="323" name="Google Shape;323;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4" name="Google Shape;324;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325" name="Google Shape;325;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oş" type="blank">
  <p:cSld name="BLANK">
    <p:spTree>
      <p:nvGrpSpPr>
        <p:cNvPr id="1" name="Shape 15"/>
        <p:cNvGrpSpPr/>
        <p:nvPr/>
      </p:nvGrpSpPr>
      <p:grpSpPr>
        <a:xfrm>
          <a:off x="0" y="0"/>
          <a:ext cx="0" cy="0"/>
          <a:chOff x="0" y="0"/>
          <a:chExt cx="0" cy="0"/>
        </a:xfrm>
      </p:grpSpPr>
      <p:sp>
        <p:nvSpPr>
          <p:cNvPr id="16" name="Google Shape;16;p2"/>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2"/>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Coffee Break">
  <p:cSld name="1_Coffee Break">
    <p:spTree>
      <p:nvGrpSpPr>
        <p:cNvPr id="1" name="Shape 19"/>
        <p:cNvGrpSpPr/>
        <p:nvPr/>
      </p:nvGrpSpPr>
      <p:grpSpPr>
        <a:xfrm>
          <a:off x="0" y="0"/>
          <a:ext cx="0" cy="0"/>
          <a:chOff x="0" y="0"/>
          <a:chExt cx="0" cy="0"/>
        </a:xfrm>
      </p:grpSpPr>
      <p:sp>
        <p:nvSpPr>
          <p:cNvPr id="20" name="Google Shape;20;p3"/>
          <p:cNvSpPr>
            <a:spLocks noGrp="1"/>
          </p:cNvSpPr>
          <p:nvPr>
            <p:ph type="pic" idx="2"/>
          </p:nvPr>
        </p:nvSpPr>
        <p:spPr>
          <a:xfrm>
            <a:off x="0" y="2352536"/>
            <a:ext cx="5681734" cy="11363464"/>
          </a:xfrm>
          <a:prstGeom prst="rect">
            <a:avLst/>
          </a:prstGeom>
          <a:solidFill>
            <a:srgbClr val="BFBFBF"/>
          </a:solidFill>
          <a:ln>
            <a:noFill/>
          </a:ln>
        </p:spPr>
      </p:sp>
      <p:sp>
        <p:nvSpPr>
          <p:cNvPr id="21" name="Google Shape;21;p3"/>
          <p:cNvSpPr>
            <a:spLocks noGrp="1"/>
          </p:cNvSpPr>
          <p:nvPr>
            <p:ph type="pic" idx="3"/>
          </p:nvPr>
        </p:nvSpPr>
        <p:spPr>
          <a:xfrm>
            <a:off x="14116050" y="0"/>
            <a:ext cx="10261600" cy="13715994"/>
          </a:xfrm>
          <a:prstGeom prst="rect">
            <a:avLst/>
          </a:prstGeom>
          <a:solidFill>
            <a:srgbClr val="BFBFBF"/>
          </a:solidFill>
          <a:ln>
            <a:noFill/>
          </a:ln>
        </p:spPr>
      </p:sp>
      <p:sp>
        <p:nvSpPr>
          <p:cNvPr id="22" name="Google Shape;22;p3"/>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3"/>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ster Slide 1">
  <p:cSld name="Master Slide 1">
    <p:spTree>
      <p:nvGrpSpPr>
        <p:cNvPr id="1" name="Shape 24"/>
        <p:cNvGrpSpPr/>
        <p:nvPr/>
      </p:nvGrpSpPr>
      <p:grpSpPr>
        <a:xfrm>
          <a:off x="0" y="0"/>
          <a:ext cx="0" cy="0"/>
          <a:chOff x="0" y="0"/>
          <a:chExt cx="0" cy="0"/>
        </a:xfrm>
      </p:grpSpPr>
      <p:sp>
        <p:nvSpPr>
          <p:cNvPr id="25" name="Google Shape;25;p4"/>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Graphic with title 3">
  <p:cSld name="Graphic with title 3">
    <p:spTree>
      <p:nvGrpSpPr>
        <p:cNvPr id="1" name="Shape 27"/>
        <p:cNvGrpSpPr/>
        <p:nvPr/>
      </p:nvGrpSpPr>
      <p:grpSpPr>
        <a:xfrm>
          <a:off x="0" y="0"/>
          <a:ext cx="0" cy="0"/>
          <a:chOff x="0" y="0"/>
          <a:chExt cx="0" cy="0"/>
        </a:xfrm>
      </p:grpSpPr>
      <p:sp>
        <p:nvSpPr>
          <p:cNvPr id="28" name="Google Shape;28;p5"/>
          <p:cNvSpPr>
            <a:spLocks noGrp="1"/>
          </p:cNvSpPr>
          <p:nvPr>
            <p:ph type="pic" idx="2"/>
          </p:nvPr>
        </p:nvSpPr>
        <p:spPr>
          <a:xfrm>
            <a:off x="9547671" y="0"/>
            <a:ext cx="14832614" cy="12935248"/>
          </a:xfrm>
          <a:prstGeom prst="rect">
            <a:avLst/>
          </a:prstGeom>
          <a:noFill/>
          <a:ln>
            <a:noFill/>
          </a:ln>
        </p:spPr>
      </p:sp>
      <p:sp>
        <p:nvSpPr>
          <p:cNvPr id="29" name="Google Shape;29;p5"/>
          <p:cNvSpPr txBox="1">
            <a:spLocks noGrp="1"/>
          </p:cNvSpPr>
          <p:nvPr>
            <p:ph type="body" idx="1"/>
          </p:nvPr>
        </p:nvSpPr>
        <p:spPr>
          <a:xfrm>
            <a:off x="1248510" y="1979523"/>
            <a:ext cx="10940318" cy="1538549"/>
          </a:xfrm>
          <a:prstGeom prst="rect">
            <a:avLst/>
          </a:prstGeom>
          <a:noFill/>
          <a:ln>
            <a:noFill/>
          </a:ln>
        </p:spPr>
        <p:txBody>
          <a:bodyPr spcFirstLastPara="1" wrap="square" lIns="0" tIns="45700" rIns="91425" bIns="45700" anchor="t" anchorCtr="0">
            <a:normAutofit/>
          </a:bodyPr>
          <a:lstStyle>
            <a:lvl1pPr marL="457200" lvl="0" indent="-228600" algn="l">
              <a:lnSpc>
                <a:spcPct val="90000"/>
              </a:lnSpc>
              <a:spcBef>
                <a:spcPts val="2000"/>
              </a:spcBef>
              <a:spcAft>
                <a:spcPts val="0"/>
              </a:spcAft>
              <a:buClr>
                <a:srgbClr val="7F7F7F"/>
              </a:buClr>
              <a:buSzPts val="10664"/>
              <a:buNone/>
              <a:defRPr sz="10664" b="0" i="0">
                <a:solidFill>
                  <a:srgbClr val="7F7F7F"/>
                </a:solidFill>
                <a:latin typeface="Raleway Light"/>
                <a:ea typeface="Raleway Light"/>
                <a:cs typeface="Raleway Light"/>
                <a:sym typeface="Raleway Light"/>
              </a:defRPr>
            </a:lvl1pPr>
            <a:lvl2pPr marL="914400" lvl="1"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2pPr>
            <a:lvl3pPr marL="1371600" lvl="2"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3pPr>
            <a:lvl4pPr marL="1828800" lvl="3"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4pPr>
            <a:lvl5pPr marL="2286000" lvl="4"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30" name="Google Shape;30;p5"/>
          <p:cNvSpPr txBox="1">
            <a:spLocks noGrp="1"/>
          </p:cNvSpPr>
          <p:nvPr>
            <p:ph type="body" idx="3"/>
          </p:nvPr>
        </p:nvSpPr>
        <p:spPr>
          <a:xfrm>
            <a:off x="1248510" y="3636685"/>
            <a:ext cx="10940318" cy="591600"/>
          </a:xfrm>
          <a:prstGeom prst="rect">
            <a:avLst/>
          </a:prstGeom>
          <a:noFill/>
          <a:ln>
            <a:noFill/>
          </a:ln>
        </p:spPr>
        <p:txBody>
          <a:bodyPr spcFirstLastPara="1" wrap="square" lIns="0" tIns="45700" rIns="91425" bIns="45700" anchor="t" anchorCtr="0">
            <a:normAutofit/>
          </a:bodyPr>
          <a:lstStyle>
            <a:lvl1pPr marL="457200" lvl="0" indent="-228600" algn="l">
              <a:lnSpc>
                <a:spcPct val="90000"/>
              </a:lnSpc>
              <a:spcBef>
                <a:spcPts val="2000"/>
              </a:spcBef>
              <a:spcAft>
                <a:spcPts val="0"/>
              </a:spcAft>
              <a:buClr>
                <a:schemeClr val="accent2"/>
              </a:buClr>
              <a:buSzPts val="2666"/>
              <a:buNone/>
              <a:defRPr sz="2666" b="1" i="0">
                <a:solidFill>
                  <a:schemeClr val="accent2"/>
                </a:solidFill>
                <a:latin typeface="Raleway Black"/>
                <a:ea typeface="Raleway Black"/>
                <a:cs typeface="Raleway Black"/>
                <a:sym typeface="Raleway Black"/>
              </a:defRPr>
            </a:lvl1pPr>
            <a:lvl2pPr marL="914400" lvl="1"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2pPr>
            <a:lvl3pPr marL="1371600" lvl="2"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3pPr>
            <a:lvl4pPr marL="1828800" lvl="3"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4pPr>
            <a:lvl5pPr marL="2286000" lvl="4"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No Footer">
  <p:cSld name="No Footer">
    <p:spTree>
      <p:nvGrpSpPr>
        <p:cNvPr id="1" name="Shape 31"/>
        <p:cNvGrpSpPr/>
        <p:nvPr/>
      </p:nvGrpSpPr>
      <p:grpSpPr>
        <a:xfrm>
          <a:off x="0" y="0"/>
          <a:ext cx="0" cy="0"/>
          <a:chOff x="0" y="0"/>
          <a:chExt cx="0" cy="0"/>
        </a:xfrm>
      </p:grpSpPr>
      <p:sp>
        <p:nvSpPr>
          <p:cNvPr id="32" name="Google Shape;32;p6"/>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6"/>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op left title">
  <p:cSld name="1_Top left title">
    <p:spTree>
      <p:nvGrpSpPr>
        <p:cNvPr id="1" name="Shape 51"/>
        <p:cNvGrpSpPr/>
        <p:nvPr/>
      </p:nvGrpSpPr>
      <p:grpSpPr>
        <a:xfrm>
          <a:off x="0" y="0"/>
          <a:ext cx="0" cy="0"/>
          <a:chOff x="0" y="0"/>
          <a:chExt cx="0" cy="0"/>
        </a:xfrm>
      </p:grpSpPr>
      <p:sp>
        <p:nvSpPr>
          <p:cNvPr id="52" name="Google Shape;52;p11"/>
          <p:cNvSpPr txBox="1">
            <a:spLocks noGrp="1"/>
          </p:cNvSpPr>
          <p:nvPr>
            <p:ph type="body" idx="1"/>
          </p:nvPr>
        </p:nvSpPr>
        <p:spPr>
          <a:xfrm>
            <a:off x="1259215" y="994544"/>
            <a:ext cx="11099661" cy="1538549"/>
          </a:xfrm>
          <a:prstGeom prst="rect">
            <a:avLst/>
          </a:prstGeom>
          <a:noFill/>
          <a:ln>
            <a:noFill/>
          </a:ln>
        </p:spPr>
        <p:txBody>
          <a:bodyPr spcFirstLastPara="1" wrap="square" lIns="0" tIns="45700" rIns="91425" bIns="45700" anchor="t" anchorCtr="0">
            <a:normAutofit/>
          </a:bodyPr>
          <a:lstStyle>
            <a:lvl1pPr marL="457200" lvl="0" indent="-228600" algn="l">
              <a:lnSpc>
                <a:spcPct val="90000"/>
              </a:lnSpc>
              <a:spcBef>
                <a:spcPts val="2000"/>
              </a:spcBef>
              <a:spcAft>
                <a:spcPts val="0"/>
              </a:spcAft>
              <a:buClr>
                <a:srgbClr val="7F7F7F"/>
              </a:buClr>
              <a:buSzPts val="10664"/>
              <a:buNone/>
              <a:defRPr sz="10664" b="0" i="0">
                <a:solidFill>
                  <a:srgbClr val="7F7F7F"/>
                </a:solidFill>
                <a:latin typeface="Raleway Light"/>
                <a:ea typeface="Raleway Light"/>
                <a:cs typeface="Raleway Light"/>
                <a:sym typeface="Raleway Light"/>
              </a:defRPr>
            </a:lvl1pPr>
            <a:lvl2pPr marL="914400" lvl="1"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2pPr>
            <a:lvl3pPr marL="1371600" lvl="2"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3pPr>
            <a:lvl4pPr marL="1828800" lvl="3"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4pPr>
            <a:lvl5pPr marL="2286000" lvl="4"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53" name="Google Shape;53;p11"/>
          <p:cNvSpPr txBox="1">
            <a:spLocks noGrp="1"/>
          </p:cNvSpPr>
          <p:nvPr>
            <p:ph type="body" idx="2"/>
          </p:nvPr>
        </p:nvSpPr>
        <p:spPr>
          <a:xfrm>
            <a:off x="1259215" y="2651707"/>
            <a:ext cx="11099661" cy="591600"/>
          </a:xfrm>
          <a:prstGeom prst="rect">
            <a:avLst/>
          </a:prstGeom>
          <a:noFill/>
          <a:ln>
            <a:noFill/>
          </a:ln>
        </p:spPr>
        <p:txBody>
          <a:bodyPr spcFirstLastPara="1" wrap="square" lIns="0" tIns="45700" rIns="91425" bIns="45700" anchor="t" anchorCtr="0">
            <a:normAutofit/>
          </a:bodyPr>
          <a:lstStyle>
            <a:lvl1pPr marL="457200" lvl="0" indent="-228600" algn="l">
              <a:lnSpc>
                <a:spcPct val="90000"/>
              </a:lnSpc>
              <a:spcBef>
                <a:spcPts val="2000"/>
              </a:spcBef>
              <a:spcAft>
                <a:spcPts val="0"/>
              </a:spcAft>
              <a:buClr>
                <a:schemeClr val="accent2"/>
              </a:buClr>
              <a:buSzPts val="2666"/>
              <a:buNone/>
              <a:defRPr sz="2666" b="1" i="0">
                <a:solidFill>
                  <a:schemeClr val="accent2"/>
                </a:solidFill>
                <a:latin typeface="Raleway Black"/>
                <a:ea typeface="Raleway Black"/>
                <a:cs typeface="Raleway Black"/>
                <a:sym typeface="Raleway Black"/>
              </a:defRPr>
            </a:lvl1pPr>
            <a:lvl2pPr marL="914400" lvl="1"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2pPr>
            <a:lvl3pPr marL="1371600" lvl="2"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3pPr>
            <a:lvl4pPr marL="1828800" lvl="3"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4pPr>
            <a:lvl5pPr marL="2286000" lvl="4" indent="-228600" algn="l">
              <a:lnSpc>
                <a:spcPct val="90000"/>
              </a:lnSpc>
              <a:spcBef>
                <a:spcPts val="1000"/>
              </a:spcBef>
              <a:spcAft>
                <a:spcPts val="0"/>
              </a:spcAft>
              <a:buClr>
                <a:schemeClr val="dk1"/>
              </a:buClr>
              <a:buSzPts val="10664"/>
              <a:buNone/>
              <a:defRPr sz="10664" b="0" i="0">
                <a:latin typeface="Raleway Light"/>
                <a:ea typeface="Raleway Light"/>
                <a:cs typeface="Raleway Light"/>
                <a:sym typeface="Raleway Light"/>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grpSp>
        <p:nvGrpSpPr>
          <p:cNvPr id="54" name="Google Shape;54;p11"/>
          <p:cNvGrpSpPr/>
          <p:nvPr/>
        </p:nvGrpSpPr>
        <p:grpSpPr>
          <a:xfrm>
            <a:off x="13811035" y="994545"/>
            <a:ext cx="8014024" cy="11875192"/>
            <a:chOff x="0" y="0"/>
            <a:chExt cx="6591304" cy="9765730"/>
          </a:xfrm>
        </p:grpSpPr>
        <p:pic>
          <p:nvPicPr>
            <p:cNvPr id="55" name="Google Shape;55;p11"/>
            <p:cNvPicPr preferRelativeResize="0"/>
            <p:nvPr/>
          </p:nvPicPr>
          <p:blipFill rotWithShape="1">
            <a:blip r:embed="rId2">
              <a:alphaModFix/>
            </a:blip>
            <a:srcRect/>
            <a:stretch/>
          </p:blipFill>
          <p:spPr>
            <a:xfrm>
              <a:off x="0" y="0"/>
              <a:ext cx="6591304" cy="9765730"/>
            </a:xfrm>
            <a:prstGeom prst="rect">
              <a:avLst/>
            </a:prstGeom>
            <a:noFill/>
            <a:ln>
              <a:noFill/>
            </a:ln>
          </p:spPr>
        </p:pic>
        <p:sp>
          <p:nvSpPr>
            <p:cNvPr id="56" name="Google Shape;56;p11"/>
            <p:cNvSpPr/>
            <p:nvPr/>
          </p:nvSpPr>
          <p:spPr>
            <a:xfrm>
              <a:off x="363079" y="954047"/>
              <a:ext cx="5879097" cy="7806214"/>
            </a:xfrm>
            <a:prstGeom prst="rect">
              <a:avLst/>
            </a:prstGeom>
            <a:solidFill>
              <a:srgbClr val="606060"/>
            </a:solidFill>
            <a:ln w="25400" cap="flat" cmpd="sng">
              <a:solidFill>
                <a:srgbClr val="000000">
                  <a:alpha val="0"/>
                </a:srgbClr>
              </a:solidFill>
              <a:prstDash val="solid"/>
              <a:miter lim="400000"/>
              <a:headEnd type="none" w="sm" len="sm"/>
              <a:tailEnd type="none" w="sm" len="sm"/>
            </a:ln>
          </p:spPr>
          <p:txBody>
            <a:bodyPr spcFirstLastPara="1" wrap="square" lIns="0" tIns="0" rIns="0" bIns="0" anchor="ctr" anchorCtr="0">
              <a:noAutofit/>
            </a:bodyPr>
            <a:lstStyle/>
            <a:p>
              <a:pPr marL="0" marR="0" lvl="0" indent="0" algn="l" rtl="0">
                <a:spcBef>
                  <a:spcPts val="0"/>
                </a:spcBef>
                <a:spcAft>
                  <a:spcPts val="0"/>
                </a:spcAft>
                <a:buNone/>
              </a:pPr>
              <a:endParaRPr sz="10659">
                <a:solidFill>
                  <a:schemeClr val="dk1"/>
                </a:solidFill>
                <a:latin typeface="Calibri"/>
                <a:ea typeface="Calibri"/>
                <a:cs typeface="Calibri"/>
                <a:sym typeface="Calibri"/>
              </a:endParaRPr>
            </a:p>
          </p:txBody>
        </p:sp>
      </p:grpSp>
      <p:sp>
        <p:nvSpPr>
          <p:cNvPr id="57" name="Google Shape;57;p11"/>
          <p:cNvSpPr>
            <a:spLocks noGrp="1"/>
          </p:cNvSpPr>
          <p:nvPr>
            <p:ph type="pic" idx="3"/>
          </p:nvPr>
        </p:nvSpPr>
        <p:spPr>
          <a:xfrm>
            <a:off x="14252485" y="2154673"/>
            <a:ext cx="7148090" cy="9492408"/>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şlık Slaydı" type="title">
  <p:cSld name="TITLE">
    <p:spTree>
      <p:nvGrpSpPr>
        <p:cNvPr id="1" name="Shape 58"/>
        <p:cNvGrpSpPr/>
        <p:nvPr/>
      </p:nvGrpSpPr>
      <p:grpSpPr>
        <a:xfrm>
          <a:off x="0" y="0"/>
          <a:ext cx="0" cy="0"/>
          <a:chOff x="0" y="0"/>
          <a:chExt cx="0" cy="0"/>
        </a:xfrm>
      </p:grpSpPr>
      <p:sp>
        <p:nvSpPr>
          <p:cNvPr id="59" name="Google Shape;59;p12"/>
          <p:cNvSpPr txBox="1">
            <a:spLocks noGrp="1"/>
          </p:cNvSpPr>
          <p:nvPr>
            <p:ph type="ctrTitle"/>
          </p:nvPr>
        </p:nvSpPr>
        <p:spPr>
          <a:xfrm>
            <a:off x="3047206" y="2244726"/>
            <a:ext cx="18283238" cy="47752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11997"/>
              <a:buFont typeface="Calibri"/>
              <a:buNone/>
              <a:defRPr sz="1199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2"/>
          <p:cNvSpPr txBox="1">
            <a:spLocks noGrp="1"/>
          </p:cNvSpPr>
          <p:nvPr>
            <p:ph type="subTitle" idx="1"/>
          </p:nvPr>
        </p:nvSpPr>
        <p:spPr>
          <a:xfrm>
            <a:off x="3047206" y="7204076"/>
            <a:ext cx="18283238" cy="3311524"/>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2000"/>
              </a:spcBef>
              <a:spcAft>
                <a:spcPts val="0"/>
              </a:spcAft>
              <a:buClr>
                <a:schemeClr val="dk1"/>
              </a:buClr>
              <a:buSzPts val="4799"/>
              <a:buNone/>
              <a:defRPr sz="4799"/>
            </a:lvl1pPr>
            <a:lvl2pPr lvl="1" algn="ctr">
              <a:lnSpc>
                <a:spcPct val="90000"/>
              </a:lnSpc>
              <a:spcBef>
                <a:spcPts val="1000"/>
              </a:spcBef>
              <a:spcAft>
                <a:spcPts val="0"/>
              </a:spcAft>
              <a:buClr>
                <a:schemeClr val="dk1"/>
              </a:buClr>
              <a:buSzPts val="3999"/>
              <a:buNone/>
              <a:defRPr sz="3999"/>
            </a:lvl2pPr>
            <a:lvl3pPr lvl="2" algn="ctr">
              <a:lnSpc>
                <a:spcPct val="90000"/>
              </a:lnSpc>
              <a:spcBef>
                <a:spcPts val="1000"/>
              </a:spcBef>
              <a:spcAft>
                <a:spcPts val="0"/>
              </a:spcAft>
              <a:buClr>
                <a:schemeClr val="dk1"/>
              </a:buClr>
              <a:buSzPts val="3599"/>
              <a:buNone/>
              <a:defRPr sz="3599"/>
            </a:lvl3pPr>
            <a:lvl4pPr lvl="3" algn="ctr">
              <a:lnSpc>
                <a:spcPct val="90000"/>
              </a:lnSpc>
              <a:spcBef>
                <a:spcPts val="1000"/>
              </a:spcBef>
              <a:spcAft>
                <a:spcPts val="0"/>
              </a:spcAft>
              <a:buClr>
                <a:schemeClr val="dk1"/>
              </a:buClr>
              <a:buSzPts val="3199"/>
              <a:buNone/>
              <a:defRPr sz="3199"/>
            </a:lvl4pPr>
            <a:lvl5pPr lvl="4" algn="ctr">
              <a:lnSpc>
                <a:spcPct val="90000"/>
              </a:lnSpc>
              <a:spcBef>
                <a:spcPts val="1000"/>
              </a:spcBef>
              <a:spcAft>
                <a:spcPts val="0"/>
              </a:spcAft>
              <a:buClr>
                <a:schemeClr val="dk1"/>
              </a:buClr>
              <a:buSzPts val="3199"/>
              <a:buNone/>
              <a:defRPr sz="3199"/>
            </a:lvl5pPr>
            <a:lvl6pPr lvl="5" algn="ctr">
              <a:lnSpc>
                <a:spcPct val="90000"/>
              </a:lnSpc>
              <a:spcBef>
                <a:spcPts val="1000"/>
              </a:spcBef>
              <a:spcAft>
                <a:spcPts val="0"/>
              </a:spcAft>
              <a:buClr>
                <a:schemeClr val="dk1"/>
              </a:buClr>
              <a:buSzPts val="3199"/>
              <a:buNone/>
              <a:defRPr sz="3199"/>
            </a:lvl6pPr>
            <a:lvl7pPr lvl="6" algn="ctr">
              <a:lnSpc>
                <a:spcPct val="90000"/>
              </a:lnSpc>
              <a:spcBef>
                <a:spcPts val="1000"/>
              </a:spcBef>
              <a:spcAft>
                <a:spcPts val="0"/>
              </a:spcAft>
              <a:buClr>
                <a:schemeClr val="dk1"/>
              </a:buClr>
              <a:buSzPts val="3199"/>
              <a:buNone/>
              <a:defRPr sz="3199"/>
            </a:lvl7pPr>
            <a:lvl8pPr lvl="7" algn="ctr">
              <a:lnSpc>
                <a:spcPct val="90000"/>
              </a:lnSpc>
              <a:spcBef>
                <a:spcPts val="1000"/>
              </a:spcBef>
              <a:spcAft>
                <a:spcPts val="0"/>
              </a:spcAft>
              <a:buClr>
                <a:schemeClr val="dk1"/>
              </a:buClr>
              <a:buSzPts val="3199"/>
              <a:buNone/>
              <a:defRPr sz="3199"/>
            </a:lvl8pPr>
            <a:lvl9pPr lvl="8" algn="ctr">
              <a:lnSpc>
                <a:spcPct val="90000"/>
              </a:lnSpc>
              <a:spcBef>
                <a:spcPts val="1000"/>
              </a:spcBef>
              <a:spcAft>
                <a:spcPts val="0"/>
              </a:spcAft>
              <a:buClr>
                <a:schemeClr val="dk1"/>
              </a:buClr>
              <a:buSzPts val="3199"/>
              <a:buNone/>
              <a:defRPr sz="3199"/>
            </a:lvl9pPr>
          </a:lstStyle>
          <a:p>
            <a:endParaRPr/>
          </a:p>
        </p:txBody>
      </p:sp>
      <p:sp>
        <p:nvSpPr>
          <p:cNvPr id="61" name="Google Shape;61;p12"/>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2"/>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2"/>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şlık ve İçerik" type="obj">
  <p:cSld name="OBJECT">
    <p:spTree>
      <p:nvGrpSpPr>
        <p:cNvPr id="1" name="Shape 64"/>
        <p:cNvGrpSpPr/>
        <p:nvPr/>
      </p:nvGrpSpPr>
      <p:grpSpPr>
        <a:xfrm>
          <a:off x="0" y="0"/>
          <a:ext cx="0" cy="0"/>
          <a:chOff x="0" y="0"/>
          <a:chExt cx="0" cy="0"/>
        </a:xfrm>
      </p:grpSpPr>
      <p:sp>
        <p:nvSpPr>
          <p:cNvPr id="65" name="Google Shape;65;p13"/>
          <p:cNvSpPr txBox="1">
            <a:spLocks noGrp="1"/>
          </p:cNvSpPr>
          <p:nvPr>
            <p:ph type="title"/>
          </p:nvPr>
        </p:nvSpPr>
        <p:spPr>
          <a:xfrm>
            <a:off x="1675964" y="730251"/>
            <a:ext cx="21025723"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6" name="Google Shape;66;p13"/>
          <p:cNvSpPr txBox="1">
            <a:spLocks noGrp="1"/>
          </p:cNvSpPr>
          <p:nvPr>
            <p:ph type="body" idx="1"/>
          </p:nvPr>
        </p:nvSpPr>
        <p:spPr>
          <a:xfrm>
            <a:off x="1675964" y="3651250"/>
            <a:ext cx="21025723" cy="87026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67" name="Google Shape;67;p13"/>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8" name="Google Shape;68;p13"/>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9" name="Google Shape;69;p13"/>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ölüm Üst Bilgisi" type="secHead">
  <p:cSld name="SECTION_HEADER">
    <p:spTree>
      <p:nvGrpSpPr>
        <p:cNvPr id="1" name="Shape 70"/>
        <p:cNvGrpSpPr/>
        <p:nvPr/>
      </p:nvGrpSpPr>
      <p:grpSpPr>
        <a:xfrm>
          <a:off x="0" y="0"/>
          <a:ext cx="0" cy="0"/>
          <a:chOff x="0" y="0"/>
          <a:chExt cx="0" cy="0"/>
        </a:xfrm>
      </p:grpSpPr>
      <p:sp>
        <p:nvSpPr>
          <p:cNvPr id="71" name="Google Shape;71;p14"/>
          <p:cNvSpPr txBox="1">
            <a:spLocks noGrp="1"/>
          </p:cNvSpPr>
          <p:nvPr>
            <p:ph type="title"/>
          </p:nvPr>
        </p:nvSpPr>
        <p:spPr>
          <a:xfrm>
            <a:off x="1663267" y="3419477"/>
            <a:ext cx="21025723" cy="5705474"/>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11997"/>
              <a:buFont typeface="Calibri"/>
              <a:buNone/>
              <a:defRPr sz="11997"/>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2" name="Google Shape;72;p14"/>
          <p:cNvSpPr txBox="1">
            <a:spLocks noGrp="1"/>
          </p:cNvSpPr>
          <p:nvPr>
            <p:ph type="body" idx="1"/>
          </p:nvPr>
        </p:nvSpPr>
        <p:spPr>
          <a:xfrm>
            <a:off x="1663267" y="9178927"/>
            <a:ext cx="21025723" cy="300037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rgbClr val="888888"/>
              </a:buClr>
              <a:buSzPts val="4799"/>
              <a:buNone/>
              <a:defRPr sz="4799">
                <a:solidFill>
                  <a:srgbClr val="888888"/>
                </a:solidFill>
              </a:defRPr>
            </a:lvl1pPr>
            <a:lvl2pPr marL="914400" lvl="1" indent="-228600" algn="l">
              <a:lnSpc>
                <a:spcPct val="90000"/>
              </a:lnSpc>
              <a:spcBef>
                <a:spcPts val="1000"/>
              </a:spcBef>
              <a:spcAft>
                <a:spcPts val="0"/>
              </a:spcAft>
              <a:buClr>
                <a:srgbClr val="888888"/>
              </a:buClr>
              <a:buSzPts val="3999"/>
              <a:buNone/>
              <a:defRPr sz="3999">
                <a:solidFill>
                  <a:srgbClr val="888888"/>
                </a:solidFill>
              </a:defRPr>
            </a:lvl2pPr>
            <a:lvl3pPr marL="1371600" lvl="2" indent="-228600" algn="l">
              <a:lnSpc>
                <a:spcPct val="90000"/>
              </a:lnSpc>
              <a:spcBef>
                <a:spcPts val="1000"/>
              </a:spcBef>
              <a:spcAft>
                <a:spcPts val="0"/>
              </a:spcAft>
              <a:buClr>
                <a:srgbClr val="888888"/>
              </a:buClr>
              <a:buSzPts val="3599"/>
              <a:buNone/>
              <a:defRPr sz="3599">
                <a:solidFill>
                  <a:srgbClr val="888888"/>
                </a:solidFill>
              </a:defRPr>
            </a:lvl3pPr>
            <a:lvl4pPr marL="1828800" lvl="3" indent="-228600" algn="l">
              <a:lnSpc>
                <a:spcPct val="90000"/>
              </a:lnSpc>
              <a:spcBef>
                <a:spcPts val="1000"/>
              </a:spcBef>
              <a:spcAft>
                <a:spcPts val="0"/>
              </a:spcAft>
              <a:buClr>
                <a:srgbClr val="888888"/>
              </a:buClr>
              <a:buSzPts val="3199"/>
              <a:buNone/>
              <a:defRPr sz="3199">
                <a:solidFill>
                  <a:srgbClr val="888888"/>
                </a:solidFill>
              </a:defRPr>
            </a:lvl4pPr>
            <a:lvl5pPr marL="2286000" lvl="4" indent="-228600" algn="l">
              <a:lnSpc>
                <a:spcPct val="90000"/>
              </a:lnSpc>
              <a:spcBef>
                <a:spcPts val="1000"/>
              </a:spcBef>
              <a:spcAft>
                <a:spcPts val="0"/>
              </a:spcAft>
              <a:buClr>
                <a:srgbClr val="888888"/>
              </a:buClr>
              <a:buSzPts val="3199"/>
              <a:buNone/>
              <a:defRPr sz="3199">
                <a:solidFill>
                  <a:srgbClr val="888888"/>
                </a:solidFill>
              </a:defRPr>
            </a:lvl5pPr>
            <a:lvl6pPr marL="2743200" lvl="5" indent="-228600" algn="l">
              <a:lnSpc>
                <a:spcPct val="90000"/>
              </a:lnSpc>
              <a:spcBef>
                <a:spcPts val="1000"/>
              </a:spcBef>
              <a:spcAft>
                <a:spcPts val="0"/>
              </a:spcAft>
              <a:buClr>
                <a:srgbClr val="888888"/>
              </a:buClr>
              <a:buSzPts val="3199"/>
              <a:buNone/>
              <a:defRPr sz="3199">
                <a:solidFill>
                  <a:srgbClr val="888888"/>
                </a:solidFill>
              </a:defRPr>
            </a:lvl6pPr>
            <a:lvl7pPr marL="3200400" lvl="6" indent="-228600" algn="l">
              <a:lnSpc>
                <a:spcPct val="90000"/>
              </a:lnSpc>
              <a:spcBef>
                <a:spcPts val="1000"/>
              </a:spcBef>
              <a:spcAft>
                <a:spcPts val="0"/>
              </a:spcAft>
              <a:buClr>
                <a:srgbClr val="888888"/>
              </a:buClr>
              <a:buSzPts val="3199"/>
              <a:buNone/>
              <a:defRPr sz="3199">
                <a:solidFill>
                  <a:srgbClr val="888888"/>
                </a:solidFill>
              </a:defRPr>
            </a:lvl7pPr>
            <a:lvl8pPr marL="3657600" lvl="7" indent="-228600" algn="l">
              <a:lnSpc>
                <a:spcPct val="90000"/>
              </a:lnSpc>
              <a:spcBef>
                <a:spcPts val="1000"/>
              </a:spcBef>
              <a:spcAft>
                <a:spcPts val="0"/>
              </a:spcAft>
              <a:buClr>
                <a:srgbClr val="888888"/>
              </a:buClr>
              <a:buSzPts val="3199"/>
              <a:buNone/>
              <a:defRPr sz="3199">
                <a:solidFill>
                  <a:srgbClr val="888888"/>
                </a:solidFill>
              </a:defRPr>
            </a:lvl8pPr>
            <a:lvl9pPr marL="4114800" lvl="8" indent="-228600" algn="l">
              <a:lnSpc>
                <a:spcPct val="90000"/>
              </a:lnSpc>
              <a:spcBef>
                <a:spcPts val="1000"/>
              </a:spcBef>
              <a:spcAft>
                <a:spcPts val="0"/>
              </a:spcAft>
              <a:buClr>
                <a:srgbClr val="888888"/>
              </a:buClr>
              <a:buSzPts val="3199"/>
              <a:buNone/>
              <a:defRPr sz="3199">
                <a:solidFill>
                  <a:srgbClr val="888888"/>
                </a:solidFill>
              </a:defRPr>
            </a:lvl9pPr>
          </a:lstStyle>
          <a:p>
            <a:endParaRPr/>
          </a:p>
        </p:txBody>
      </p:sp>
      <p:sp>
        <p:nvSpPr>
          <p:cNvPr id="73" name="Google Shape;73;p14"/>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4" name="Google Shape;74;p14"/>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5" name="Google Shape;75;p14"/>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İki İçerik" type="twoObj">
  <p:cSld name="TWO_OBJECTS">
    <p:spTree>
      <p:nvGrpSpPr>
        <p:cNvPr id="1" name="Shape 76"/>
        <p:cNvGrpSpPr/>
        <p:nvPr/>
      </p:nvGrpSpPr>
      <p:grpSpPr>
        <a:xfrm>
          <a:off x="0" y="0"/>
          <a:ext cx="0" cy="0"/>
          <a:chOff x="0" y="0"/>
          <a:chExt cx="0" cy="0"/>
        </a:xfrm>
      </p:grpSpPr>
      <p:sp>
        <p:nvSpPr>
          <p:cNvPr id="77" name="Google Shape;77;p15"/>
          <p:cNvSpPr txBox="1">
            <a:spLocks noGrp="1"/>
          </p:cNvSpPr>
          <p:nvPr>
            <p:ph type="title"/>
          </p:nvPr>
        </p:nvSpPr>
        <p:spPr>
          <a:xfrm>
            <a:off x="1675964" y="730251"/>
            <a:ext cx="21025723"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5"/>
          <p:cNvSpPr txBox="1">
            <a:spLocks noGrp="1"/>
          </p:cNvSpPr>
          <p:nvPr>
            <p:ph type="body" idx="1"/>
          </p:nvPr>
        </p:nvSpPr>
        <p:spPr>
          <a:xfrm>
            <a:off x="1675964" y="3651250"/>
            <a:ext cx="10360501" cy="87026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79" name="Google Shape;79;p15"/>
          <p:cNvSpPr txBox="1">
            <a:spLocks noGrp="1"/>
          </p:cNvSpPr>
          <p:nvPr>
            <p:ph type="body" idx="2"/>
          </p:nvPr>
        </p:nvSpPr>
        <p:spPr>
          <a:xfrm>
            <a:off x="12341185" y="3651250"/>
            <a:ext cx="10360501" cy="87026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80" name="Google Shape;80;p15"/>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5"/>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5"/>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Karşılaştırma" type="twoTxTwoObj">
  <p:cSld name="TWO_OBJECTS_WITH_TEXT">
    <p:spTree>
      <p:nvGrpSpPr>
        <p:cNvPr id="1" name="Shape 83"/>
        <p:cNvGrpSpPr/>
        <p:nvPr/>
      </p:nvGrpSpPr>
      <p:grpSpPr>
        <a:xfrm>
          <a:off x="0" y="0"/>
          <a:ext cx="0" cy="0"/>
          <a:chOff x="0" y="0"/>
          <a:chExt cx="0" cy="0"/>
        </a:xfrm>
      </p:grpSpPr>
      <p:sp>
        <p:nvSpPr>
          <p:cNvPr id="84" name="Google Shape;84;p16"/>
          <p:cNvSpPr txBox="1">
            <a:spLocks noGrp="1"/>
          </p:cNvSpPr>
          <p:nvPr>
            <p:ph type="title"/>
          </p:nvPr>
        </p:nvSpPr>
        <p:spPr>
          <a:xfrm>
            <a:off x="1679139" y="730251"/>
            <a:ext cx="21025723"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5" name="Google Shape;85;p16"/>
          <p:cNvSpPr txBox="1">
            <a:spLocks noGrp="1"/>
          </p:cNvSpPr>
          <p:nvPr>
            <p:ph type="body" idx="1"/>
          </p:nvPr>
        </p:nvSpPr>
        <p:spPr>
          <a:xfrm>
            <a:off x="1679139" y="3362326"/>
            <a:ext cx="10312888" cy="164782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000"/>
              </a:spcBef>
              <a:spcAft>
                <a:spcPts val="0"/>
              </a:spcAft>
              <a:buClr>
                <a:schemeClr val="dk1"/>
              </a:buClr>
              <a:buSzPts val="4799"/>
              <a:buNone/>
              <a:defRPr sz="4799" b="1"/>
            </a:lvl1pPr>
            <a:lvl2pPr marL="914400" lvl="1" indent="-228600" algn="l">
              <a:lnSpc>
                <a:spcPct val="90000"/>
              </a:lnSpc>
              <a:spcBef>
                <a:spcPts val="1000"/>
              </a:spcBef>
              <a:spcAft>
                <a:spcPts val="0"/>
              </a:spcAft>
              <a:buClr>
                <a:schemeClr val="dk1"/>
              </a:buClr>
              <a:buSzPts val="3999"/>
              <a:buNone/>
              <a:defRPr sz="3999" b="1"/>
            </a:lvl2pPr>
            <a:lvl3pPr marL="1371600" lvl="2" indent="-228600" algn="l">
              <a:lnSpc>
                <a:spcPct val="90000"/>
              </a:lnSpc>
              <a:spcBef>
                <a:spcPts val="1000"/>
              </a:spcBef>
              <a:spcAft>
                <a:spcPts val="0"/>
              </a:spcAft>
              <a:buClr>
                <a:schemeClr val="dk1"/>
              </a:buClr>
              <a:buSzPts val="3599"/>
              <a:buNone/>
              <a:defRPr sz="3599" b="1"/>
            </a:lvl3pPr>
            <a:lvl4pPr marL="1828800" lvl="3" indent="-228600" algn="l">
              <a:lnSpc>
                <a:spcPct val="90000"/>
              </a:lnSpc>
              <a:spcBef>
                <a:spcPts val="1000"/>
              </a:spcBef>
              <a:spcAft>
                <a:spcPts val="0"/>
              </a:spcAft>
              <a:buClr>
                <a:schemeClr val="dk1"/>
              </a:buClr>
              <a:buSzPts val="3199"/>
              <a:buNone/>
              <a:defRPr sz="3199" b="1"/>
            </a:lvl4pPr>
            <a:lvl5pPr marL="2286000" lvl="4" indent="-228600" algn="l">
              <a:lnSpc>
                <a:spcPct val="90000"/>
              </a:lnSpc>
              <a:spcBef>
                <a:spcPts val="1000"/>
              </a:spcBef>
              <a:spcAft>
                <a:spcPts val="0"/>
              </a:spcAft>
              <a:buClr>
                <a:schemeClr val="dk1"/>
              </a:buClr>
              <a:buSzPts val="3199"/>
              <a:buNone/>
              <a:defRPr sz="3199" b="1"/>
            </a:lvl5pPr>
            <a:lvl6pPr marL="2743200" lvl="5" indent="-228600" algn="l">
              <a:lnSpc>
                <a:spcPct val="90000"/>
              </a:lnSpc>
              <a:spcBef>
                <a:spcPts val="1000"/>
              </a:spcBef>
              <a:spcAft>
                <a:spcPts val="0"/>
              </a:spcAft>
              <a:buClr>
                <a:schemeClr val="dk1"/>
              </a:buClr>
              <a:buSzPts val="3199"/>
              <a:buNone/>
              <a:defRPr sz="3199" b="1"/>
            </a:lvl6pPr>
            <a:lvl7pPr marL="3200400" lvl="6" indent="-228600" algn="l">
              <a:lnSpc>
                <a:spcPct val="90000"/>
              </a:lnSpc>
              <a:spcBef>
                <a:spcPts val="1000"/>
              </a:spcBef>
              <a:spcAft>
                <a:spcPts val="0"/>
              </a:spcAft>
              <a:buClr>
                <a:schemeClr val="dk1"/>
              </a:buClr>
              <a:buSzPts val="3199"/>
              <a:buNone/>
              <a:defRPr sz="3199" b="1"/>
            </a:lvl7pPr>
            <a:lvl8pPr marL="3657600" lvl="7" indent="-228600" algn="l">
              <a:lnSpc>
                <a:spcPct val="90000"/>
              </a:lnSpc>
              <a:spcBef>
                <a:spcPts val="1000"/>
              </a:spcBef>
              <a:spcAft>
                <a:spcPts val="0"/>
              </a:spcAft>
              <a:buClr>
                <a:schemeClr val="dk1"/>
              </a:buClr>
              <a:buSzPts val="3199"/>
              <a:buNone/>
              <a:defRPr sz="3199" b="1"/>
            </a:lvl8pPr>
            <a:lvl9pPr marL="4114800" lvl="8" indent="-228600" algn="l">
              <a:lnSpc>
                <a:spcPct val="90000"/>
              </a:lnSpc>
              <a:spcBef>
                <a:spcPts val="1000"/>
              </a:spcBef>
              <a:spcAft>
                <a:spcPts val="0"/>
              </a:spcAft>
              <a:buClr>
                <a:schemeClr val="dk1"/>
              </a:buClr>
              <a:buSzPts val="3199"/>
              <a:buNone/>
              <a:defRPr sz="3199" b="1"/>
            </a:lvl9pPr>
          </a:lstStyle>
          <a:p>
            <a:endParaRPr/>
          </a:p>
        </p:txBody>
      </p:sp>
      <p:sp>
        <p:nvSpPr>
          <p:cNvPr id="86" name="Google Shape;86;p16"/>
          <p:cNvSpPr txBox="1">
            <a:spLocks noGrp="1"/>
          </p:cNvSpPr>
          <p:nvPr>
            <p:ph type="body" idx="2"/>
          </p:nvPr>
        </p:nvSpPr>
        <p:spPr>
          <a:xfrm>
            <a:off x="1679139" y="5010150"/>
            <a:ext cx="10312888" cy="73691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87" name="Google Shape;87;p16"/>
          <p:cNvSpPr txBox="1">
            <a:spLocks noGrp="1"/>
          </p:cNvSpPr>
          <p:nvPr>
            <p:ph type="body" idx="3"/>
          </p:nvPr>
        </p:nvSpPr>
        <p:spPr>
          <a:xfrm>
            <a:off x="12341186" y="3362326"/>
            <a:ext cx="10363676" cy="1647824"/>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2000"/>
              </a:spcBef>
              <a:spcAft>
                <a:spcPts val="0"/>
              </a:spcAft>
              <a:buClr>
                <a:schemeClr val="dk1"/>
              </a:buClr>
              <a:buSzPts val="4799"/>
              <a:buNone/>
              <a:defRPr sz="4799" b="1"/>
            </a:lvl1pPr>
            <a:lvl2pPr marL="914400" lvl="1" indent="-228600" algn="l">
              <a:lnSpc>
                <a:spcPct val="90000"/>
              </a:lnSpc>
              <a:spcBef>
                <a:spcPts val="1000"/>
              </a:spcBef>
              <a:spcAft>
                <a:spcPts val="0"/>
              </a:spcAft>
              <a:buClr>
                <a:schemeClr val="dk1"/>
              </a:buClr>
              <a:buSzPts val="3999"/>
              <a:buNone/>
              <a:defRPr sz="3999" b="1"/>
            </a:lvl2pPr>
            <a:lvl3pPr marL="1371600" lvl="2" indent="-228600" algn="l">
              <a:lnSpc>
                <a:spcPct val="90000"/>
              </a:lnSpc>
              <a:spcBef>
                <a:spcPts val="1000"/>
              </a:spcBef>
              <a:spcAft>
                <a:spcPts val="0"/>
              </a:spcAft>
              <a:buClr>
                <a:schemeClr val="dk1"/>
              </a:buClr>
              <a:buSzPts val="3599"/>
              <a:buNone/>
              <a:defRPr sz="3599" b="1"/>
            </a:lvl3pPr>
            <a:lvl4pPr marL="1828800" lvl="3" indent="-228600" algn="l">
              <a:lnSpc>
                <a:spcPct val="90000"/>
              </a:lnSpc>
              <a:spcBef>
                <a:spcPts val="1000"/>
              </a:spcBef>
              <a:spcAft>
                <a:spcPts val="0"/>
              </a:spcAft>
              <a:buClr>
                <a:schemeClr val="dk1"/>
              </a:buClr>
              <a:buSzPts val="3199"/>
              <a:buNone/>
              <a:defRPr sz="3199" b="1"/>
            </a:lvl4pPr>
            <a:lvl5pPr marL="2286000" lvl="4" indent="-228600" algn="l">
              <a:lnSpc>
                <a:spcPct val="90000"/>
              </a:lnSpc>
              <a:spcBef>
                <a:spcPts val="1000"/>
              </a:spcBef>
              <a:spcAft>
                <a:spcPts val="0"/>
              </a:spcAft>
              <a:buClr>
                <a:schemeClr val="dk1"/>
              </a:buClr>
              <a:buSzPts val="3199"/>
              <a:buNone/>
              <a:defRPr sz="3199" b="1"/>
            </a:lvl5pPr>
            <a:lvl6pPr marL="2743200" lvl="5" indent="-228600" algn="l">
              <a:lnSpc>
                <a:spcPct val="90000"/>
              </a:lnSpc>
              <a:spcBef>
                <a:spcPts val="1000"/>
              </a:spcBef>
              <a:spcAft>
                <a:spcPts val="0"/>
              </a:spcAft>
              <a:buClr>
                <a:schemeClr val="dk1"/>
              </a:buClr>
              <a:buSzPts val="3199"/>
              <a:buNone/>
              <a:defRPr sz="3199" b="1"/>
            </a:lvl6pPr>
            <a:lvl7pPr marL="3200400" lvl="6" indent="-228600" algn="l">
              <a:lnSpc>
                <a:spcPct val="90000"/>
              </a:lnSpc>
              <a:spcBef>
                <a:spcPts val="1000"/>
              </a:spcBef>
              <a:spcAft>
                <a:spcPts val="0"/>
              </a:spcAft>
              <a:buClr>
                <a:schemeClr val="dk1"/>
              </a:buClr>
              <a:buSzPts val="3199"/>
              <a:buNone/>
              <a:defRPr sz="3199" b="1"/>
            </a:lvl7pPr>
            <a:lvl8pPr marL="3657600" lvl="7" indent="-228600" algn="l">
              <a:lnSpc>
                <a:spcPct val="90000"/>
              </a:lnSpc>
              <a:spcBef>
                <a:spcPts val="1000"/>
              </a:spcBef>
              <a:spcAft>
                <a:spcPts val="0"/>
              </a:spcAft>
              <a:buClr>
                <a:schemeClr val="dk1"/>
              </a:buClr>
              <a:buSzPts val="3199"/>
              <a:buNone/>
              <a:defRPr sz="3199" b="1"/>
            </a:lvl8pPr>
            <a:lvl9pPr marL="4114800" lvl="8" indent="-228600" algn="l">
              <a:lnSpc>
                <a:spcPct val="90000"/>
              </a:lnSpc>
              <a:spcBef>
                <a:spcPts val="1000"/>
              </a:spcBef>
              <a:spcAft>
                <a:spcPts val="0"/>
              </a:spcAft>
              <a:buClr>
                <a:schemeClr val="dk1"/>
              </a:buClr>
              <a:buSzPts val="3199"/>
              <a:buNone/>
              <a:defRPr sz="3199" b="1"/>
            </a:lvl9pPr>
          </a:lstStyle>
          <a:p>
            <a:endParaRPr/>
          </a:p>
        </p:txBody>
      </p:sp>
      <p:sp>
        <p:nvSpPr>
          <p:cNvPr id="88" name="Google Shape;88;p16"/>
          <p:cNvSpPr txBox="1">
            <a:spLocks noGrp="1"/>
          </p:cNvSpPr>
          <p:nvPr>
            <p:ph type="body" idx="4"/>
          </p:nvPr>
        </p:nvSpPr>
        <p:spPr>
          <a:xfrm>
            <a:off x="12341186" y="5010150"/>
            <a:ext cx="10363676" cy="7369176"/>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89" name="Google Shape;89;p16"/>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6"/>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6"/>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şlıklı İçerik" type="objTx">
  <p:cSld name="OBJECT_WITH_CAPTION_TEXT">
    <p:spTree>
      <p:nvGrpSpPr>
        <p:cNvPr id="1" name="Shape 92"/>
        <p:cNvGrpSpPr/>
        <p:nvPr/>
      </p:nvGrpSpPr>
      <p:grpSpPr>
        <a:xfrm>
          <a:off x="0" y="0"/>
          <a:ext cx="0" cy="0"/>
          <a:chOff x="0" y="0"/>
          <a:chExt cx="0" cy="0"/>
        </a:xfrm>
      </p:grpSpPr>
      <p:sp>
        <p:nvSpPr>
          <p:cNvPr id="93" name="Google Shape;93;p17"/>
          <p:cNvSpPr txBox="1">
            <a:spLocks noGrp="1"/>
          </p:cNvSpPr>
          <p:nvPr>
            <p:ph type="title"/>
          </p:nvPr>
        </p:nvSpPr>
        <p:spPr>
          <a:xfrm>
            <a:off x="1679140" y="914400"/>
            <a:ext cx="7862426" cy="3200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398"/>
              <a:buFont typeface="Calibri"/>
              <a:buNone/>
              <a:defRPr sz="639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7"/>
          <p:cNvSpPr txBox="1">
            <a:spLocks noGrp="1"/>
          </p:cNvSpPr>
          <p:nvPr>
            <p:ph type="body" idx="1"/>
          </p:nvPr>
        </p:nvSpPr>
        <p:spPr>
          <a:xfrm>
            <a:off x="10363677" y="1974851"/>
            <a:ext cx="12341185" cy="9747250"/>
          </a:xfrm>
          <a:prstGeom prst="rect">
            <a:avLst/>
          </a:prstGeom>
          <a:noFill/>
          <a:ln>
            <a:noFill/>
          </a:ln>
        </p:spPr>
        <p:txBody>
          <a:bodyPr spcFirstLastPara="1" wrap="square" lIns="91425" tIns="45700" rIns="91425" bIns="45700" anchor="t" anchorCtr="0">
            <a:normAutofit/>
          </a:bodyPr>
          <a:lstStyle>
            <a:lvl1pPr marL="457200" lvl="0" indent="-634873" algn="l">
              <a:lnSpc>
                <a:spcPct val="90000"/>
              </a:lnSpc>
              <a:spcBef>
                <a:spcPts val="2000"/>
              </a:spcBef>
              <a:spcAft>
                <a:spcPts val="0"/>
              </a:spcAft>
              <a:buClr>
                <a:schemeClr val="dk1"/>
              </a:buClr>
              <a:buSzPts val="6398"/>
              <a:buChar char="•"/>
              <a:defRPr sz="6398"/>
            </a:lvl1pPr>
            <a:lvl2pPr marL="914400" lvl="1" indent="-584136" algn="l">
              <a:lnSpc>
                <a:spcPct val="90000"/>
              </a:lnSpc>
              <a:spcBef>
                <a:spcPts val="1000"/>
              </a:spcBef>
              <a:spcAft>
                <a:spcPts val="0"/>
              </a:spcAft>
              <a:buClr>
                <a:schemeClr val="dk1"/>
              </a:buClr>
              <a:buSzPts val="5599"/>
              <a:buChar char="•"/>
              <a:defRPr sz="5599"/>
            </a:lvl2pPr>
            <a:lvl3pPr marL="1371600" lvl="2" indent="-533336" algn="l">
              <a:lnSpc>
                <a:spcPct val="90000"/>
              </a:lnSpc>
              <a:spcBef>
                <a:spcPts val="1000"/>
              </a:spcBef>
              <a:spcAft>
                <a:spcPts val="0"/>
              </a:spcAft>
              <a:buClr>
                <a:schemeClr val="dk1"/>
              </a:buClr>
              <a:buSzPts val="4799"/>
              <a:buChar char="•"/>
              <a:defRPr sz="4799"/>
            </a:lvl3pPr>
            <a:lvl4pPr marL="1828800" lvl="3" indent="-482536" algn="l">
              <a:lnSpc>
                <a:spcPct val="90000"/>
              </a:lnSpc>
              <a:spcBef>
                <a:spcPts val="1000"/>
              </a:spcBef>
              <a:spcAft>
                <a:spcPts val="0"/>
              </a:spcAft>
              <a:buClr>
                <a:schemeClr val="dk1"/>
              </a:buClr>
              <a:buSzPts val="3999"/>
              <a:buChar char="•"/>
              <a:defRPr sz="3999"/>
            </a:lvl4pPr>
            <a:lvl5pPr marL="2286000" lvl="4" indent="-482536" algn="l">
              <a:lnSpc>
                <a:spcPct val="90000"/>
              </a:lnSpc>
              <a:spcBef>
                <a:spcPts val="1000"/>
              </a:spcBef>
              <a:spcAft>
                <a:spcPts val="0"/>
              </a:spcAft>
              <a:buClr>
                <a:schemeClr val="dk1"/>
              </a:buClr>
              <a:buSzPts val="3999"/>
              <a:buChar char="•"/>
              <a:defRPr sz="3999"/>
            </a:lvl5pPr>
            <a:lvl6pPr marL="2743200" lvl="5" indent="-482536" algn="l">
              <a:lnSpc>
                <a:spcPct val="90000"/>
              </a:lnSpc>
              <a:spcBef>
                <a:spcPts val="1000"/>
              </a:spcBef>
              <a:spcAft>
                <a:spcPts val="0"/>
              </a:spcAft>
              <a:buClr>
                <a:schemeClr val="dk1"/>
              </a:buClr>
              <a:buSzPts val="3999"/>
              <a:buChar char="•"/>
              <a:defRPr sz="3999"/>
            </a:lvl6pPr>
            <a:lvl7pPr marL="3200400" lvl="6" indent="-482536" algn="l">
              <a:lnSpc>
                <a:spcPct val="90000"/>
              </a:lnSpc>
              <a:spcBef>
                <a:spcPts val="1000"/>
              </a:spcBef>
              <a:spcAft>
                <a:spcPts val="0"/>
              </a:spcAft>
              <a:buClr>
                <a:schemeClr val="dk1"/>
              </a:buClr>
              <a:buSzPts val="3999"/>
              <a:buChar char="•"/>
              <a:defRPr sz="3999"/>
            </a:lvl7pPr>
            <a:lvl8pPr marL="3657600" lvl="7" indent="-482536" algn="l">
              <a:lnSpc>
                <a:spcPct val="90000"/>
              </a:lnSpc>
              <a:spcBef>
                <a:spcPts val="1000"/>
              </a:spcBef>
              <a:spcAft>
                <a:spcPts val="0"/>
              </a:spcAft>
              <a:buClr>
                <a:schemeClr val="dk1"/>
              </a:buClr>
              <a:buSzPts val="3999"/>
              <a:buChar char="•"/>
              <a:defRPr sz="3999"/>
            </a:lvl8pPr>
            <a:lvl9pPr marL="4114800" lvl="8" indent="-482536" algn="l">
              <a:lnSpc>
                <a:spcPct val="90000"/>
              </a:lnSpc>
              <a:spcBef>
                <a:spcPts val="1000"/>
              </a:spcBef>
              <a:spcAft>
                <a:spcPts val="0"/>
              </a:spcAft>
              <a:buClr>
                <a:schemeClr val="dk1"/>
              </a:buClr>
              <a:buSzPts val="3999"/>
              <a:buChar char="•"/>
              <a:defRPr sz="3999"/>
            </a:lvl9pPr>
          </a:lstStyle>
          <a:p>
            <a:endParaRPr/>
          </a:p>
        </p:txBody>
      </p:sp>
      <p:sp>
        <p:nvSpPr>
          <p:cNvPr id="95" name="Google Shape;95;p17"/>
          <p:cNvSpPr txBox="1">
            <a:spLocks noGrp="1"/>
          </p:cNvSpPr>
          <p:nvPr>
            <p:ph type="body" idx="2"/>
          </p:nvPr>
        </p:nvSpPr>
        <p:spPr>
          <a:xfrm>
            <a:off x="1679140" y="4114800"/>
            <a:ext cx="7862426" cy="76231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3199"/>
              <a:buNone/>
              <a:defRPr sz="3199"/>
            </a:lvl1pPr>
            <a:lvl2pPr marL="914400" lvl="1" indent="-228600" algn="l">
              <a:lnSpc>
                <a:spcPct val="90000"/>
              </a:lnSpc>
              <a:spcBef>
                <a:spcPts val="1000"/>
              </a:spcBef>
              <a:spcAft>
                <a:spcPts val="0"/>
              </a:spcAft>
              <a:buClr>
                <a:schemeClr val="dk1"/>
              </a:buClr>
              <a:buSzPts val="2799"/>
              <a:buNone/>
              <a:defRPr sz="2799"/>
            </a:lvl2pPr>
            <a:lvl3pPr marL="1371600" lvl="2" indent="-228600" algn="l">
              <a:lnSpc>
                <a:spcPct val="90000"/>
              </a:lnSpc>
              <a:spcBef>
                <a:spcPts val="1000"/>
              </a:spcBef>
              <a:spcAft>
                <a:spcPts val="0"/>
              </a:spcAft>
              <a:buClr>
                <a:schemeClr val="dk1"/>
              </a:buClr>
              <a:buSzPts val="2399"/>
              <a:buNone/>
              <a:defRPr sz="2399"/>
            </a:lvl3pPr>
            <a:lvl4pPr marL="1828800" lvl="3" indent="-228600" algn="l">
              <a:lnSpc>
                <a:spcPct val="90000"/>
              </a:lnSpc>
              <a:spcBef>
                <a:spcPts val="1000"/>
              </a:spcBef>
              <a:spcAft>
                <a:spcPts val="0"/>
              </a:spcAft>
              <a:buClr>
                <a:schemeClr val="dk1"/>
              </a:buClr>
              <a:buSzPts val="2000"/>
              <a:buNone/>
              <a:defRPr sz="2000"/>
            </a:lvl4pPr>
            <a:lvl5pPr marL="2286000" lvl="4" indent="-228600" algn="l">
              <a:lnSpc>
                <a:spcPct val="90000"/>
              </a:lnSpc>
              <a:spcBef>
                <a:spcPts val="1000"/>
              </a:spcBef>
              <a:spcAft>
                <a:spcPts val="0"/>
              </a:spcAft>
              <a:buClr>
                <a:schemeClr val="dk1"/>
              </a:buClr>
              <a:buSzPts val="2000"/>
              <a:buNone/>
              <a:defRPr sz="2000"/>
            </a:lvl5pPr>
            <a:lvl6pPr marL="2743200" lvl="5" indent="-228600" algn="l">
              <a:lnSpc>
                <a:spcPct val="90000"/>
              </a:lnSpc>
              <a:spcBef>
                <a:spcPts val="1000"/>
              </a:spcBef>
              <a:spcAft>
                <a:spcPts val="0"/>
              </a:spcAft>
              <a:buClr>
                <a:schemeClr val="dk1"/>
              </a:buClr>
              <a:buSzPts val="2000"/>
              <a:buNone/>
              <a:defRPr sz="2000"/>
            </a:lvl6pPr>
            <a:lvl7pPr marL="3200400" lvl="6" indent="-228600" algn="l">
              <a:lnSpc>
                <a:spcPct val="90000"/>
              </a:lnSpc>
              <a:spcBef>
                <a:spcPts val="1000"/>
              </a:spcBef>
              <a:spcAft>
                <a:spcPts val="0"/>
              </a:spcAft>
              <a:buClr>
                <a:schemeClr val="dk1"/>
              </a:buClr>
              <a:buSzPts val="2000"/>
              <a:buNone/>
              <a:defRPr sz="2000"/>
            </a:lvl7pPr>
            <a:lvl8pPr marL="3657600" lvl="7" indent="-228600" algn="l">
              <a:lnSpc>
                <a:spcPct val="90000"/>
              </a:lnSpc>
              <a:spcBef>
                <a:spcPts val="1000"/>
              </a:spcBef>
              <a:spcAft>
                <a:spcPts val="0"/>
              </a:spcAft>
              <a:buClr>
                <a:schemeClr val="dk1"/>
              </a:buClr>
              <a:buSzPts val="2000"/>
              <a:buNone/>
              <a:defRPr sz="2000"/>
            </a:lvl8pPr>
            <a:lvl9pPr marL="4114800" lvl="8" indent="-228600" algn="l">
              <a:lnSpc>
                <a:spcPct val="90000"/>
              </a:lnSpc>
              <a:spcBef>
                <a:spcPts val="1000"/>
              </a:spcBef>
              <a:spcAft>
                <a:spcPts val="0"/>
              </a:spcAft>
              <a:buClr>
                <a:schemeClr val="dk1"/>
              </a:buClr>
              <a:buSzPts val="2000"/>
              <a:buNone/>
              <a:defRPr sz="2000"/>
            </a:lvl9pPr>
          </a:lstStyle>
          <a:p>
            <a:endParaRPr/>
          </a:p>
        </p:txBody>
      </p:sp>
      <p:sp>
        <p:nvSpPr>
          <p:cNvPr id="96" name="Google Shape;96;p17"/>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7"/>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8" name="Google Shape;98;p17"/>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şlıklı Resim" type="picTx">
  <p:cSld name="PICTURE_WITH_CAPTION_TEXT">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1679140" y="914400"/>
            <a:ext cx="7862426" cy="32004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398"/>
              <a:buFont typeface="Calibri"/>
              <a:buNone/>
              <a:defRPr sz="6398"/>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18"/>
          <p:cNvSpPr>
            <a:spLocks noGrp="1"/>
          </p:cNvSpPr>
          <p:nvPr>
            <p:ph type="pic" idx="2"/>
          </p:nvPr>
        </p:nvSpPr>
        <p:spPr>
          <a:xfrm>
            <a:off x="10363677" y="1974851"/>
            <a:ext cx="12341185" cy="9747250"/>
          </a:xfrm>
          <a:prstGeom prst="rect">
            <a:avLst/>
          </a:prstGeom>
          <a:noFill/>
          <a:ln>
            <a:noFill/>
          </a:ln>
        </p:spPr>
      </p:sp>
      <p:sp>
        <p:nvSpPr>
          <p:cNvPr id="102" name="Google Shape;102;p18"/>
          <p:cNvSpPr txBox="1">
            <a:spLocks noGrp="1"/>
          </p:cNvSpPr>
          <p:nvPr>
            <p:ph type="body" idx="1"/>
          </p:nvPr>
        </p:nvSpPr>
        <p:spPr>
          <a:xfrm>
            <a:off x="1679140" y="4114800"/>
            <a:ext cx="7862426" cy="7623176"/>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2000"/>
              </a:spcBef>
              <a:spcAft>
                <a:spcPts val="0"/>
              </a:spcAft>
              <a:buClr>
                <a:schemeClr val="dk1"/>
              </a:buClr>
              <a:buSzPts val="3199"/>
              <a:buNone/>
              <a:defRPr sz="3199"/>
            </a:lvl1pPr>
            <a:lvl2pPr marL="914400" lvl="1" indent="-228600" algn="l">
              <a:lnSpc>
                <a:spcPct val="90000"/>
              </a:lnSpc>
              <a:spcBef>
                <a:spcPts val="1000"/>
              </a:spcBef>
              <a:spcAft>
                <a:spcPts val="0"/>
              </a:spcAft>
              <a:buClr>
                <a:schemeClr val="dk1"/>
              </a:buClr>
              <a:buSzPts val="2799"/>
              <a:buNone/>
              <a:defRPr sz="2799"/>
            </a:lvl2pPr>
            <a:lvl3pPr marL="1371600" lvl="2" indent="-228600" algn="l">
              <a:lnSpc>
                <a:spcPct val="90000"/>
              </a:lnSpc>
              <a:spcBef>
                <a:spcPts val="1000"/>
              </a:spcBef>
              <a:spcAft>
                <a:spcPts val="0"/>
              </a:spcAft>
              <a:buClr>
                <a:schemeClr val="dk1"/>
              </a:buClr>
              <a:buSzPts val="2399"/>
              <a:buNone/>
              <a:defRPr sz="2399"/>
            </a:lvl3pPr>
            <a:lvl4pPr marL="1828800" lvl="3" indent="-228600" algn="l">
              <a:lnSpc>
                <a:spcPct val="90000"/>
              </a:lnSpc>
              <a:spcBef>
                <a:spcPts val="1000"/>
              </a:spcBef>
              <a:spcAft>
                <a:spcPts val="0"/>
              </a:spcAft>
              <a:buClr>
                <a:schemeClr val="dk1"/>
              </a:buClr>
              <a:buSzPts val="2000"/>
              <a:buNone/>
              <a:defRPr sz="2000"/>
            </a:lvl4pPr>
            <a:lvl5pPr marL="2286000" lvl="4" indent="-228600" algn="l">
              <a:lnSpc>
                <a:spcPct val="90000"/>
              </a:lnSpc>
              <a:spcBef>
                <a:spcPts val="1000"/>
              </a:spcBef>
              <a:spcAft>
                <a:spcPts val="0"/>
              </a:spcAft>
              <a:buClr>
                <a:schemeClr val="dk1"/>
              </a:buClr>
              <a:buSzPts val="2000"/>
              <a:buNone/>
              <a:defRPr sz="2000"/>
            </a:lvl5pPr>
            <a:lvl6pPr marL="2743200" lvl="5" indent="-228600" algn="l">
              <a:lnSpc>
                <a:spcPct val="90000"/>
              </a:lnSpc>
              <a:spcBef>
                <a:spcPts val="1000"/>
              </a:spcBef>
              <a:spcAft>
                <a:spcPts val="0"/>
              </a:spcAft>
              <a:buClr>
                <a:schemeClr val="dk1"/>
              </a:buClr>
              <a:buSzPts val="2000"/>
              <a:buNone/>
              <a:defRPr sz="2000"/>
            </a:lvl6pPr>
            <a:lvl7pPr marL="3200400" lvl="6" indent="-228600" algn="l">
              <a:lnSpc>
                <a:spcPct val="90000"/>
              </a:lnSpc>
              <a:spcBef>
                <a:spcPts val="1000"/>
              </a:spcBef>
              <a:spcAft>
                <a:spcPts val="0"/>
              </a:spcAft>
              <a:buClr>
                <a:schemeClr val="dk1"/>
              </a:buClr>
              <a:buSzPts val="2000"/>
              <a:buNone/>
              <a:defRPr sz="2000"/>
            </a:lvl7pPr>
            <a:lvl8pPr marL="3657600" lvl="7" indent="-228600" algn="l">
              <a:lnSpc>
                <a:spcPct val="90000"/>
              </a:lnSpc>
              <a:spcBef>
                <a:spcPts val="1000"/>
              </a:spcBef>
              <a:spcAft>
                <a:spcPts val="0"/>
              </a:spcAft>
              <a:buClr>
                <a:schemeClr val="dk1"/>
              </a:buClr>
              <a:buSzPts val="2000"/>
              <a:buNone/>
              <a:defRPr sz="2000"/>
            </a:lvl8pPr>
            <a:lvl9pPr marL="4114800" lvl="8" indent="-228600" algn="l">
              <a:lnSpc>
                <a:spcPct val="90000"/>
              </a:lnSpc>
              <a:spcBef>
                <a:spcPts val="1000"/>
              </a:spcBef>
              <a:spcAft>
                <a:spcPts val="0"/>
              </a:spcAft>
              <a:buClr>
                <a:schemeClr val="dk1"/>
              </a:buClr>
              <a:buSzPts val="2000"/>
              <a:buNone/>
              <a:defRPr sz="2000"/>
            </a:lvl9pPr>
          </a:lstStyle>
          <a:p>
            <a:endParaRPr/>
          </a:p>
        </p:txBody>
      </p:sp>
      <p:sp>
        <p:nvSpPr>
          <p:cNvPr id="103" name="Google Shape;103;p18"/>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8"/>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8"/>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aşlık ve Dikey Metin" type="vertTx">
  <p:cSld name="VERTICAL_TEXT">
    <p:spTree>
      <p:nvGrpSpPr>
        <p:cNvPr id="1" name="Shape 106"/>
        <p:cNvGrpSpPr/>
        <p:nvPr/>
      </p:nvGrpSpPr>
      <p:grpSpPr>
        <a:xfrm>
          <a:off x="0" y="0"/>
          <a:ext cx="0" cy="0"/>
          <a:chOff x="0" y="0"/>
          <a:chExt cx="0" cy="0"/>
        </a:xfrm>
      </p:grpSpPr>
      <p:sp>
        <p:nvSpPr>
          <p:cNvPr id="107" name="Google Shape;107;p19"/>
          <p:cNvSpPr txBox="1">
            <a:spLocks noGrp="1"/>
          </p:cNvSpPr>
          <p:nvPr>
            <p:ph type="title"/>
          </p:nvPr>
        </p:nvSpPr>
        <p:spPr>
          <a:xfrm>
            <a:off x="1675964" y="730251"/>
            <a:ext cx="21025723" cy="2651126"/>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8" name="Google Shape;108;p19"/>
          <p:cNvSpPr txBox="1">
            <a:spLocks noGrp="1"/>
          </p:cNvSpPr>
          <p:nvPr>
            <p:ph type="body" idx="1"/>
          </p:nvPr>
        </p:nvSpPr>
        <p:spPr>
          <a:xfrm rot="5400000">
            <a:off x="7837488" y="-2510273"/>
            <a:ext cx="8702676" cy="21025723"/>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109" name="Google Shape;109;p19"/>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0" name="Google Shape;110;p19"/>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9"/>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key Başlık ve Metin" type="vertTitleAndTx">
  <p:cSld name="VERTICAL_TITLE_AND_VERTICAL_TEXT">
    <p:spTree>
      <p:nvGrpSpPr>
        <p:cNvPr id="1" name="Shape 112"/>
        <p:cNvGrpSpPr/>
        <p:nvPr/>
      </p:nvGrpSpPr>
      <p:grpSpPr>
        <a:xfrm>
          <a:off x="0" y="0"/>
          <a:ext cx="0" cy="0"/>
          <a:chOff x="0" y="0"/>
          <a:chExt cx="0" cy="0"/>
        </a:xfrm>
      </p:grpSpPr>
      <p:sp>
        <p:nvSpPr>
          <p:cNvPr id="113" name="Google Shape;113;p20"/>
          <p:cNvSpPr txBox="1">
            <a:spLocks noGrp="1"/>
          </p:cNvSpPr>
          <p:nvPr>
            <p:ph type="title"/>
          </p:nvPr>
        </p:nvSpPr>
        <p:spPr>
          <a:xfrm rot="5400000">
            <a:off x="14261634" y="3913873"/>
            <a:ext cx="11623676" cy="5256431"/>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4" name="Google Shape;114;p20"/>
          <p:cNvSpPr txBox="1">
            <a:spLocks noGrp="1"/>
          </p:cNvSpPr>
          <p:nvPr>
            <p:ph type="body" idx="1"/>
          </p:nvPr>
        </p:nvSpPr>
        <p:spPr>
          <a:xfrm rot="5400000">
            <a:off x="3596411" y="-1190198"/>
            <a:ext cx="11623676" cy="15464572"/>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2000"/>
              </a:spcBef>
              <a:spcAft>
                <a:spcPts val="0"/>
              </a:spcAft>
              <a:buClr>
                <a:schemeClr val="dk1"/>
              </a:buClr>
              <a:buSzPts val="1800"/>
              <a:buChar char="•"/>
              <a:defRPr/>
            </a:lvl1pPr>
            <a:lvl2pPr marL="914400" lvl="1" indent="-342900" algn="l">
              <a:lnSpc>
                <a:spcPct val="90000"/>
              </a:lnSpc>
              <a:spcBef>
                <a:spcPts val="1000"/>
              </a:spcBef>
              <a:spcAft>
                <a:spcPts val="0"/>
              </a:spcAft>
              <a:buClr>
                <a:schemeClr val="dk1"/>
              </a:buClr>
              <a:buSzPts val="1800"/>
              <a:buChar char="•"/>
              <a:defRPr/>
            </a:lvl2pPr>
            <a:lvl3pPr marL="1371600" lvl="2" indent="-342900" algn="l">
              <a:lnSpc>
                <a:spcPct val="90000"/>
              </a:lnSpc>
              <a:spcBef>
                <a:spcPts val="1000"/>
              </a:spcBef>
              <a:spcAft>
                <a:spcPts val="0"/>
              </a:spcAft>
              <a:buClr>
                <a:schemeClr val="dk1"/>
              </a:buClr>
              <a:buSzPts val="1800"/>
              <a:buChar char="•"/>
              <a:defRPr/>
            </a:lvl3pPr>
            <a:lvl4pPr marL="1828800" lvl="3" indent="-342900" algn="l">
              <a:lnSpc>
                <a:spcPct val="90000"/>
              </a:lnSpc>
              <a:spcBef>
                <a:spcPts val="1000"/>
              </a:spcBef>
              <a:spcAft>
                <a:spcPts val="0"/>
              </a:spcAft>
              <a:buClr>
                <a:schemeClr val="dk1"/>
              </a:buClr>
              <a:buSzPts val="1800"/>
              <a:buChar char="•"/>
              <a:defRPr/>
            </a:lvl4pPr>
            <a:lvl5pPr marL="2286000" lvl="4" indent="-342900" algn="l">
              <a:lnSpc>
                <a:spcPct val="90000"/>
              </a:lnSpc>
              <a:spcBef>
                <a:spcPts val="1000"/>
              </a:spcBef>
              <a:spcAft>
                <a:spcPts val="0"/>
              </a:spcAft>
              <a:buClr>
                <a:schemeClr val="dk1"/>
              </a:buClr>
              <a:buSzPts val="1800"/>
              <a:buChar char="•"/>
              <a:defRPr/>
            </a:lvl5pPr>
            <a:lvl6pPr marL="2743200" lvl="5" indent="-342900" algn="l">
              <a:lnSpc>
                <a:spcPct val="90000"/>
              </a:lnSpc>
              <a:spcBef>
                <a:spcPts val="1000"/>
              </a:spcBef>
              <a:spcAft>
                <a:spcPts val="0"/>
              </a:spcAft>
              <a:buClr>
                <a:schemeClr val="dk1"/>
              </a:buClr>
              <a:buSzPts val="1800"/>
              <a:buChar char="•"/>
              <a:defRPr/>
            </a:lvl6pPr>
            <a:lvl7pPr marL="3200400" lvl="6" indent="-342900" algn="l">
              <a:lnSpc>
                <a:spcPct val="90000"/>
              </a:lnSpc>
              <a:spcBef>
                <a:spcPts val="1000"/>
              </a:spcBef>
              <a:spcAft>
                <a:spcPts val="0"/>
              </a:spcAft>
              <a:buClr>
                <a:schemeClr val="dk1"/>
              </a:buClr>
              <a:buSzPts val="1800"/>
              <a:buChar char="•"/>
              <a:defRPr/>
            </a:lvl7pPr>
            <a:lvl8pPr marL="3657600" lvl="7" indent="-342900" algn="l">
              <a:lnSpc>
                <a:spcPct val="90000"/>
              </a:lnSpc>
              <a:spcBef>
                <a:spcPts val="1000"/>
              </a:spcBef>
              <a:spcAft>
                <a:spcPts val="0"/>
              </a:spcAft>
              <a:buClr>
                <a:schemeClr val="dk1"/>
              </a:buClr>
              <a:buSzPts val="1800"/>
              <a:buChar char="•"/>
              <a:defRPr/>
            </a:lvl8pPr>
            <a:lvl9pPr marL="4114800" lvl="8" indent="-342900" algn="l">
              <a:lnSpc>
                <a:spcPct val="90000"/>
              </a:lnSpc>
              <a:spcBef>
                <a:spcPts val="1000"/>
              </a:spcBef>
              <a:spcAft>
                <a:spcPts val="0"/>
              </a:spcAft>
              <a:buClr>
                <a:schemeClr val="dk1"/>
              </a:buClr>
              <a:buSzPts val="1800"/>
              <a:buChar char="•"/>
              <a:defRPr/>
            </a:lvl9pPr>
          </a:lstStyle>
          <a:p>
            <a:endParaRPr/>
          </a:p>
        </p:txBody>
      </p:sp>
      <p:sp>
        <p:nvSpPr>
          <p:cNvPr id="115" name="Google Shape;115;p20"/>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20"/>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7" name="Google Shape;117;p20"/>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6_Coffee Break">
  <p:cSld name="6_Coffee Break">
    <p:spTree>
      <p:nvGrpSpPr>
        <p:cNvPr id="1" name="Shape 118"/>
        <p:cNvGrpSpPr/>
        <p:nvPr/>
      </p:nvGrpSpPr>
      <p:grpSpPr>
        <a:xfrm>
          <a:off x="0" y="0"/>
          <a:ext cx="0" cy="0"/>
          <a:chOff x="0" y="0"/>
          <a:chExt cx="0" cy="0"/>
        </a:xfrm>
      </p:grpSpPr>
      <p:sp>
        <p:nvSpPr>
          <p:cNvPr id="119" name="Google Shape;119;p21"/>
          <p:cNvSpPr>
            <a:spLocks noGrp="1"/>
          </p:cNvSpPr>
          <p:nvPr>
            <p:ph type="pic" idx="2"/>
          </p:nvPr>
        </p:nvSpPr>
        <p:spPr>
          <a:xfrm>
            <a:off x="0" y="0"/>
            <a:ext cx="24377650" cy="8267700"/>
          </a:xfrm>
          <a:prstGeom prst="rect">
            <a:avLst/>
          </a:prstGeom>
          <a:solidFill>
            <a:srgbClr val="BFBFBF"/>
          </a:solidFill>
          <a:ln>
            <a:noFill/>
          </a:ln>
        </p:spPr>
      </p:sp>
      <p:sp>
        <p:nvSpPr>
          <p:cNvPr id="120" name="Google Shape;120;p21"/>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21"/>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1675964" y="730251"/>
            <a:ext cx="21025723" cy="2651126"/>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8798"/>
              <a:buFont typeface="Calibri"/>
              <a:buNone/>
              <a:defRPr sz="8798"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1675964" y="3651250"/>
            <a:ext cx="21025723" cy="8702676"/>
          </a:xfrm>
          <a:prstGeom prst="rect">
            <a:avLst/>
          </a:prstGeom>
          <a:noFill/>
          <a:ln>
            <a:noFill/>
          </a:ln>
        </p:spPr>
        <p:txBody>
          <a:bodyPr spcFirstLastPara="1" wrap="square" lIns="91425" tIns="45700" rIns="91425" bIns="45700" anchor="t" anchorCtr="0">
            <a:normAutofit/>
          </a:bodyPr>
          <a:lstStyle>
            <a:lvl1pPr marL="457200" marR="0" lvl="0" indent="-584136" algn="l" rtl="0">
              <a:lnSpc>
                <a:spcPct val="90000"/>
              </a:lnSpc>
              <a:spcBef>
                <a:spcPts val="2000"/>
              </a:spcBef>
              <a:spcAft>
                <a:spcPts val="0"/>
              </a:spcAft>
              <a:buClr>
                <a:schemeClr val="dk1"/>
              </a:buClr>
              <a:buSzPts val="5599"/>
              <a:buFont typeface="Arial"/>
              <a:buChar char="•"/>
              <a:defRPr sz="5599" b="0" i="0" u="none" strike="noStrike" cap="none">
                <a:solidFill>
                  <a:schemeClr val="dk1"/>
                </a:solidFill>
                <a:latin typeface="Calibri"/>
                <a:ea typeface="Calibri"/>
                <a:cs typeface="Calibri"/>
                <a:sym typeface="Calibri"/>
              </a:defRPr>
            </a:lvl1pPr>
            <a:lvl2pPr marL="914400" marR="0" lvl="1" indent="-533336" algn="l" rtl="0">
              <a:lnSpc>
                <a:spcPct val="90000"/>
              </a:lnSpc>
              <a:spcBef>
                <a:spcPts val="1000"/>
              </a:spcBef>
              <a:spcAft>
                <a:spcPts val="0"/>
              </a:spcAft>
              <a:buClr>
                <a:schemeClr val="dk1"/>
              </a:buClr>
              <a:buSzPts val="4799"/>
              <a:buFont typeface="Arial"/>
              <a:buChar char="•"/>
              <a:defRPr sz="4799" b="0" i="0" u="none" strike="noStrike" cap="none">
                <a:solidFill>
                  <a:schemeClr val="dk1"/>
                </a:solidFill>
                <a:latin typeface="Calibri"/>
                <a:ea typeface="Calibri"/>
                <a:cs typeface="Calibri"/>
                <a:sym typeface="Calibri"/>
              </a:defRPr>
            </a:lvl2pPr>
            <a:lvl3pPr marL="1371600" marR="0" lvl="2" indent="-482536" algn="l" rtl="0">
              <a:lnSpc>
                <a:spcPct val="90000"/>
              </a:lnSpc>
              <a:spcBef>
                <a:spcPts val="1000"/>
              </a:spcBef>
              <a:spcAft>
                <a:spcPts val="0"/>
              </a:spcAft>
              <a:buClr>
                <a:schemeClr val="dk1"/>
              </a:buClr>
              <a:buSzPts val="3999"/>
              <a:buFont typeface="Arial"/>
              <a:buChar char="•"/>
              <a:defRPr sz="3999" b="0" i="0" u="none" strike="noStrike" cap="none">
                <a:solidFill>
                  <a:schemeClr val="dk1"/>
                </a:solidFill>
                <a:latin typeface="Calibri"/>
                <a:ea typeface="Calibri"/>
                <a:cs typeface="Calibri"/>
                <a:sym typeface="Calibri"/>
              </a:defRPr>
            </a:lvl3pPr>
            <a:lvl4pPr marL="1828800" marR="0" lvl="3" indent="-457136" algn="l" rtl="0">
              <a:lnSpc>
                <a:spcPct val="90000"/>
              </a:lnSpc>
              <a:spcBef>
                <a:spcPts val="100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4pPr>
            <a:lvl5pPr marL="2286000" marR="0" lvl="4" indent="-457136" algn="l" rtl="0">
              <a:lnSpc>
                <a:spcPct val="90000"/>
              </a:lnSpc>
              <a:spcBef>
                <a:spcPts val="100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5pPr>
            <a:lvl6pPr marL="2743200" marR="0" lvl="5" indent="-457136" algn="l" rtl="0">
              <a:lnSpc>
                <a:spcPct val="90000"/>
              </a:lnSpc>
              <a:spcBef>
                <a:spcPts val="100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6pPr>
            <a:lvl7pPr marL="3200400" marR="0" lvl="6" indent="-457136" algn="l" rtl="0">
              <a:lnSpc>
                <a:spcPct val="90000"/>
              </a:lnSpc>
              <a:spcBef>
                <a:spcPts val="100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7pPr>
            <a:lvl8pPr marL="3657600" marR="0" lvl="7" indent="-457136" algn="l" rtl="0">
              <a:lnSpc>
                <a:spcPct val="90000"/>
              </a:lnSpc>
              <a:spcBef>
                <a:spcPts val="100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8pPr>
            <a:lvl9pPr marL="4114800" marR="0" lvl="8" indent="-457136" algn="l" rtl="0">
              <a:lnSpc>
                <a:spcPct val="90000"/>
              </a:lnSpc>
              <a:spcBef>
                <a:spcPts val="1000"/>
              </a:spcBef>
              <a:spcAft>
                <a:spcPts val="0"/>
              </a:spcAft>
              <a:buClr>
                <a:schemeClr val="dk1"/>
              </a:buClr>
              <a:buSzPts val="3599"/>
              <a:buFont typeface="Arial"/>
              <a:buChar char="•"/>
              <a:defRPr sz="3599"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1675964" y="12712701"/>
            <a:ext cx="5484971" cy="73025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239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8075097" y="12712701"/>
            <a:ext cx="8227457" cy="73025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2399"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2399" b="0" i="0" u="none" strike="noStrike" cap="none">
                <a:solidFill>
                  <a:srgbClr val="888888"/>
                </a:solidFill>
                <a:latin typeface="Calibri"/>
                <a:ea typeface="Calibri"/>
                <a:cs typeface="Calibri"/>
                <a:sym typeface="Calibri"/>
              </a:defRPr>
            </a:lvl1pPr>
            <a:lvl2pPr marL="0" marR="0" lvl="1" indent="0" algn="r" rtl="0">
              <a:spcBef>
                <a:spcPts val="0"/>
              </a:spcBef>
              <a:buNone/>
              <a:defRPr sz="2399" b="0" i="0" u="none" strike="noStrike" cap="none">
                <a:solidFill>
                  <a:srgbClr val="888888"/>
                </a:solidFill>
                <a:latin typeface="Calibri"/>
                <a:ea typeface="Calibri"/>
                <a:cs typeface="Calibri"/>
                <a:sym typeface="Calibri"/>
              </a:defRPr>
            </a:lvl2pPr>
            <a:lvl3pPr marL="0" marR="0" lvl="2" indent="0" algn="r" rtl="0">
              <a:spcBef>
                <a:spcPts val="0"/>
              </a:spcBef>
              <a:buNone/>
              <a:defRPr sz="2399" b="0" i="0" u="none" strike="noStrike" cap="none">
                <a:solidFill>
                  <a:srgbClr val="888888"/>
                </a:solidFill>
                <a:latin typeface="Calibri"/>
                <a:ea typeface="Calibri"/>
                <a:cs typeface="Calibri"/>
                <a:sym typeface="Calibri"/>
              </a:defRPr>
            </a:lvl3pPr>
            <a:lvl4pPr marL="0" marR="0" lvl="3" indent="0" algn="r" rtl="0">
              <a:spcBef>
                <a:spcPts val="0"/>
              </a:spcBef>
              <a:buNone/>
              <a:defRPr sz="2399" b="0" i="0" u="none" strike="noStrike" cap="none">
                <a:solidFill>
                  <a:srgbClr val="888888"/>
                </a:solidFill>
                <a:latin typeface="Calibri"/>
                <a:ea typeface="Calibri"/>
                <a:cs typeface="Calibri"/>
                <a:sym typeface="Calibri"/>
              </a:defRPr>
            </a:lvl4pPr>
            <a:lvl5pPr marL="0" marR="0" lvl="4" indent="0" algn="r" rtl="0">
              <a:spcBef>
                <a:spcPts val="0"/>
              </a:spcBef>
              <a:buNone/>
              <a:defRPr sz="2399" b="0" i="0" u="none" strike="noStrike" cap="none">
                <a:solidFill>
                  <a:srgbClr val="888888"/>
                </a:solidFill>
                <a:latin typeface="Calibri"/>
                <a:ea typeface="Calibri"/>
                <a:cs typeface="Calibri"/>
                <a:sym typeface="Calibri"/>
              </a:defRPr>
            </a:lvl5pPr>
            <a:lvl6pPr marL="0" marR="0" lvl="5" indent="0" algn="r" rtl="0">
              <a:spcBef>
                <a:spcPts val="0"/>
              </a:spcBef>
              <a:buNone/>
              <a:defRPr sz="2399" b="0" i="0" u="none" strike="noStrike" cap="none">
                <a:solidFill>
                  <a:srgbClr val="888888"/>
                </a:solidFill>
                <a:latin typeface="Calibri"/>
                <a:ea typeface="Calibri"/>
                <a:cs typeface="Calibri"/>
                <a:sym typeface="Calibri"/>
              </a:defRPr>
            </a:lvl6pPr>
            <a:lvl7pPr marL="0" marR="0" lvl="6" indent="0" algn="r" rtl="0">
              <a:spcBef>
                <a:spcPts val="0"/>
              </a:spcBef>
              <a:buNone/>
              <a:defRPr sz="2399" b="0" i="0" u="none" strike="noStrike" cap="none">
                <a:solidFill>
                  <a:srgbClr val="888888"/>
                </a:solidFill>
                <a:latin typeface="Calibri"/>
                <a:ea typeface="Calibri"/>
                <a:cs typeface="Calibri"/>
                <a:sym typeface="Calibri"/>
              </a:defRPr>
            </a:lvl7pPr>
            <a:lvl8pPr marL="0" marR="0" lvl="7" indent="0" algn="r" rtl="0">
              <a:spcBef>
                <a:spcPts val="0"/>
              </a:spcBef>
              <a:buNone/>
              <a:defRPr sz="2399" b="0" i="0" u="none" strike="noStrike" cap="none">
                <a:solidFill>
                  <a:srgbClr val="888888"/>
                </a:solidFill>
                <a:latin typeface="Calibri"/>
                <a:ea typeface="Calibri"/>
                <a:cs typeface="Calibri"/>
                <a:sym typeface="Calibri"/>
              </a:defRPr>
            </a:lvl8pPr>
            <a:lvl9pPr marL="0" marR="0" lvl="8" indent="0" algn="r" rtl="0">
              <a:spcBef>
                <a:spcPts val="0"/>
              </a:spcBef>
              <a:buNone/>
              <a:defRPr sz="2399"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5" r:id="rId14"/>
    <p:sldLayoutId id="2147483666" r:id="rId15"/>
    <p:sldLayoutId id="2147483667"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4.jp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3.xml"/><Relationship Id="rId5" Type="http://schemas.openxmlformats.org/officeDocument/2006/relationships/image" Target="../media/image7.jpe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png"/><Relationship Id="rId7" Type="http://schemas.openxmlformats.org/officeDocument/2006/relationships/image" Target="../media/image19.png"/><Relationship Id="rId2" Type="http://schemas.openxmlformats.org/officeDocument/2006/relationships/image" Target="../media/image14.png"/><Relationship Id="rId1" Type="http://schemas.openxmlformats.org/officeDocument/2006/relationships/slideLayout" Target="../slideLayouts/slideLayout3.xml"/><Relationship Id="rId6" Type="http://schemas.openxmlformats.org/officeDocument/2006/relationships/image" Target="../media/image18.png"/><Relationship Id="rId5" Type="http://schemas.openxmlformats.org/officeDocument/2006/relationships/image" Target="../media/image17.png"/><Relationship Id="rId10" Type="http://schemas.openxmlformats.org/officeDocument/2006/relationships/image" Target="../media/image22.png"/><Relationship Id="rId4" Type="http://schemas.openxmlformats.org/officeDocument/2006/relationships/image" Target="../media/image16.png"/><Relationship Id="rId9" Type="http://schemas.openxmlformats.org/officeDocument/2006/relationships/image" Target="../media/image21.png"/></Relationships>
</file>

<file path=ppt/slides/_rels/slide1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2.png"/><Relationship Id="rId7" Type="http://schemas.openxmlformats.org/officeDocument/2006/relationships/diagramColors" Target="../diagrams/colors1.xml"/><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5.xml"/><Relationship Id="rId5" Type="http://schemas.openxmlformats.org/officeDocument/2006/relationships/image" Target="../media/image24.png"/><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jpeg"/><Relationship Id="rId4" Type="http://schemas.openxmlformats.org/officeDocument/2006/relationships/image" Target="../media/image25.jpe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6.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6"/>
        <p:cNvGrpSpPr/>
        <p:nvPr/>
      </p:nvGrpSpPr>
      <p:grpSpPr>
        <a:xfrm>
          <a:off x="0" y="0"/>
          <a:ext cx="0" cy="0"/>
          <a:chOff x="0" y="0"/>
          <a:chExt cx="0" cy="0"/>
        </a:xfrm>
      </p:grpSpPr>
      <p:sp>
        <p:nvSpPr>
          <p:cNvPr id="127" name="Google Shape;127;p22"/>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a:t>
            </a:fld>
            <a:endParaRPr/>
          </a:p>
        </p:txBody>
      </p:sp>
      <p:pic>
        <p:nvPicPr>
          <p:cNvPr id="128" name="Google Shape;128;p22"/>
          <p:cNvPicPr preferRelativeResize="0"/>
          <p:nvPr/>
        </p:nvPicPr>
        <p:blipFill rotWithShape="1">
          <a:blip r:embed="rId3">
            <a:alphaModFix/>
          </a:blip>
          <a:srcRect/>
          <a:stretch/>
        </p:blipFill>
        <p:spPr>
          <a:xfrm>
            <a:off x="8752137" y="4487146"/>
            <a:ext cx="6873370" cy="4627171"/>
          </a:xfrm>
          <a:prstGeom prst="rect">
            <a:avLst/>
          </a:prstGeom>
          <a:noFill/>
          <a:ln>
            <a:noFill/>
          </a:ln>
        </p:spPr>
      </p:pic>
      <p:sp>
        <p:nvSpPr>
          <p:cNvPr id="129" name="Google Shape;129;p22"/>
          <p:cNvSpPr txBox="1"/>
          <p:nvPr/>
        </p:nvSpPr>
        <p:spPr>
          <a:xfrm>
            <a:off x="2207199" y="1093076"/>
            <a:ext cx="20494487" cy="923289"/>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dirty="0">
                <a:effectLst/>
                <a:latin typeface="Calibri" panose="020F0502020204030204" pitchFamily="34" charset="0"/>
                <a:ea typeface="Calibri" panose="020F0502020204030204" pitchFamily="34" charset="0"/>
                <a:cs typeface="Calibri" panose="020F0502020204030204" pitchFamily="34" charset="0"/>
              </a:rPr>
              <a:t>Detection of mycotoxins in dry fig using NIR scan with AI-based methods</a:t>
            </a:r>
            <a:endParaRPr lang="en-US" sz="5400" dirty="0">
              <a:latin typeface="Calibri" panose="020F0502020204030204" pitchFamily="34" charset="0"/>
              <a:ea typeface="Calibri" panose="020F0502020204030204" pitchFamily="34" charset="0"/>
              <a:cs typeface="Calibri" panose="020F0502020204030204" pitchFamily="34" charset="0"/>
            </a:endParaRPr>
          </a:p>
        </p:txBody>
      </p:sp>
      <p:sp>
        <p:nvSpPr>
          <p:cNvPr id="130" name="Google Shape;130;p22"/>
          <p:cNvSpPr txBox="1"/>
          <p:nvPr/>
        </p:nvSpPr>
        <p:spPr>
          <a:xfrm>
            <a:off x="9720529" y="3543952"/>
            <a:ext cx="4936584" cy="707846"/>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tr-TR" sz="4000" dirty="0">
                <a:solidFill>
                  <a:schemeClr val="dk1"/>
                </a:solidFill>
                <a:latin typeface="Calibri"/>
                <a:ea typeface="Calibri"/>
                <a:cs typeface="Calibri"/>
                <a:sym typeface="Calibri"/>
              </a:rPr>
              <a:t>Emre Öztürk</a:t>
            </a:r>
            <a:endParaRPr dirty="0"/>
          </a:p>
        </p:txBody>
      </p:sp>
      <p:sp>
        <p:nvSpPr>
          <p:cNvPr id="131" name="Google Shape;131;p22"/>
          <p:cNvSpPr txBox="1"/>
          <p:nvPr/>
        </p:nvSpPr>
        <p:spPr>
          <a:xfrm>
            <a:off x="6349725" y="10676901"/>
            <a:ext cx="11678194" cy="175432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Calibri"/>
                <a:ea typeface="Calibri"/>
                <a:cs typeface="Calibri"/>
                <a:sym typeface="Calibri"/>
              </a:rPr>
              <a:t>Faculty of Engineering</a:t>
            </a:r>
            <a:endParaRPr dirty="0"/>
          </a:p>
          <a:p>
            <a:pPr marL="0" marR="0" lvl="0" indent="0" algn="ctr" rtl="0">
              <a:spcBef>
                <a:spcPts val="0"/>
              </a:spcBef>
              <a:spcAft>
                <a:spcPts val="0"/>
              </a:spcAft>
              <a:buNone/>
            </a:pPr>
            <a:r>
              <a:rPr lang="en-US" sz="3600" dirty="0">
                <a:solidFill>
                  <a:schemeClr val="dk1"/>
                </a:solidFill>
                <a:latin typeface="Calibri"/>
                <a:ea typeface="Calibri"/>
                <a:cs typeface="Calibri"/>
                <a:sym typeface="Calibri"/>
              </a:rPr>
              <a:t>Department of Electrical and Electronics Engineering</a:t>
            </a:r>
            <a:endParaRPr dirty="0"/>
          </a:p>
          <a:p>
            <a:pPr marL="0" marR="0" lvl="0" indent="0" algn="ctr" rtl="0">
              <a:spcBef>
                <a:spcPts val="0"/>
              </a:spcBef>
              <a:spcAft>
                <a:spcPts val="0"/>
              </a:spcAft>
              <a:buNone/>
            </a:pPr>
            <a:r>
              <a:rPr lang="en-US" sz="3600" dirty="0">
                <a:solidFill>
                  <a:schemeClr val="dk1"/>
                </a:solidFill>
                <a:latin typeface="Calibri"/>
                <a:ea typeface="Calibri"/>
                <a:cs typeface="Calibri"/>
                <a:sym typeface="Calibri"/>
              </a:rPr>
              <a:t>Istanbul,</a:t>
            </a:r>
            <a:r>
              <a:rPr lang="en-US" sz="3600" i="1" dirty="0">
                <a:solidFill>
                  <a:schemeClr val="dk1"/>
                </a:solidFill>
                <a:latin typeface="Calibri"/>
                <a:ea typeface="Calibri"/>
                <a:cs typeface="Calibri"/>
                <a:sym typeface="Calibri"/>
              </a:rPr>
              <a:t> 202</a:t>
            </a:r>
            <a:r>
              <a:rPr lang="tr-TR" sz="3600" i="1" dirty="0">
                <a:solidFill>
                  <a:schemeClr val="dk1"/>
                </a:solidFill>
                <a:latin typeface="Calibri"/>
                <a:ea typeface="Calibri"/>
                <a:cs typeface="Calibri"/>
                <a:sym typeface="Calibri"/>
              </a:rPr>
              <a:t>4</a:t>
            </a:r>
            <a:endParaRPr sz="3600" dirty="0">
              <a:solidFill>
                <a:schemeClr val="dk1"/>
              </a:solidFill>
              <a:latin typeface="Calibri"/>
              <a:ea typeface="Calibri"/>
              <a:cs typeface="Calibri"/>
              <a:sym typeface="Calibri"/>
            </a:endParaRPr>
          </a:p>
        </p:txBody>
      </p:sp>
      <p:sp>
        <p:nvSpPr>
          <p:cNvPr id="132" name="Google Shape;132;p22"/>
          <p:cNvSpPr txBox="1"/>
          <p:nvPr/>
        </p:nvSpPr>
        <p:spPr>
          <a:xfrm>
            <a:off x="8283615" y="8931889"/>
            <a:ext cx="7810411" cy="646331"/>
          </a:xfrm>
          <a:prstGeom prst="rect">
            <a:avLst/>
          </a:prstGeom>
          <a:solidFill>
            <a:schemeClr val="lt1"/>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dirty="0">
                <a:solidFill>
                  <a:schemeClr val="dk1"/>
                </a:solidFill>
                <a:latin typeface="Calibri"/>
                <a:ea typeface="Calibri"/>
                <a:cs typeface="Calibri"/>
                <a:sym typeface="Calibri"/>
              </a:rPr>
              <a:t>Approved by </a:t>
            </a:r>
            <a:r>
              <a:rPr lang="tr-TR" sz="3600" dirty="0">
                <a:solidFill>
                  <a:schemeClr val="dk1"/>
                </a:solidFill>
                <a:latin typeface="Calibri"/>
                <a:ea typeface="Calibri"/>
                <a:cs typeface="Calibri"/>
                <a:sym typeface="Calibri"/>
              </a:rPr>
              <a:t>İpek Baz</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9" name="Google Shape;139;p23"/>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sp>
        <p:nvSpPr>
          <p:cNvPr id="141" name="Google Shape;141;p23"/>
          <p:cNvSpPr txBox="1"/>
          <p:nvPr/>
        </p:nvSpPr>
        <p:spPr>
          <a:xfrm>
            <a:off x="1282540" y="1313412"/>
            <a:ext cx="11478382" cy="186200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500" dirty="0">
                <a:solidFill>
                  <a:schemeClr val="tx1"/>
                </a:solidFill>
                <a:latin typeface="Calibri"/>
                <a:ea typeface="Calibri"/>
                <a:cs typeface="Calibri"/>
                <a:sym typeface="Calibri"/>
              </a:rPr>
              <a:t>Welcome Message</a:t>
            </a:r>
            <a:endParaRPr dirty="0">
              <a:solidFill>
                <a:schemeClr val="tx1"/>
              </a:solidFill>
            </a:endParaRPr>
          </a:p>
        </p:txBody>
      </p:sp>
      <p:sp>
        <p:nvSpPr>
          <p:cNvPr id="142" name="Google Shape;142;p23"/>
          <p:cNvSpPr/>
          <p:nvPr/>
        </p:nvSpPr>
        <p:spPr>
          <a:xfrm>
            <a:off x="16428531" y="8218363"/>
            <a:ext cx="909999" cy="675742"/>
          </a:xfrm>
          <a:custGeom>
            <a:avLst/>
            <a:gdLst/>
            <a:ahLst/>
            <a:cxnLst/>
            <a:rect l="l" t="t" r="r" b="b"/>
            <a:pathLst>
              <a:path w="444" h="329" extrusionOk="0">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2"/>
              </a:solidFill>
              <a:latin typeface="Calibri"/>
              <a:ea typeface="Calibri"/>
              <a:cs typeface="Calibri"/>
              <a:sym typeface="Calibri"/>
            </a:endParaRPr>
          </a:p>
        </p:txBody>
      </p:sp>
      <p:pic>
        <p:nvPicPr>
          <p:cNvPr id="143" name="Google Shape;143;p23"/>
          <p:cNvPicPr preferRelativeResize="0"/>
          <p:nvPr/>
        </p:nvPicPr>
        <p:blipFill rotWithShape="1">
          <a:blip r:embed="rId3">
            <a:alphaModFix/>
          </a:blip>
          <a:srcRect/>
          <a:stretch/>
        </p:blipFill>
        <p:spPr>
          <a:xfrm>
            <a:off x="1282540" y="11467890"/>
            <a:ext cx="2584065" cy="1739599"/>
          </a:xfrm>
          <a:prstGeom prst="rect">
            <a:avLst/>
          </a:prstGeom>
          <a:noFill/>
          <a:ln>
            <a:noFill/>
          </a:ln>
        </p:spPr>
      </p:pic>
      <p:pic>
        <p:nvPicPr>
          <p:cNvPr id="5" name="Google Shape;138;p23">
            <a:extLst>
              <a:ext uri="{FF2B5EF4-FFF2-40B4-BE49-F238E27FC236}">
                <a16:creationId xmlns:a16="http://schemas.microsoft.com/office/drawing/2014/main" id="{0D49AE72-BCE3-7E03-D7AC-F43BC91A2D33}"/>
              </a:ext>
            </a:extLst>
          </p:cNvPr>
          <p:cNvPicPr preferRelativeResize="0">
            <a:picLocks noGrp="1"/>
          </p:cNvPicPr>
          <p:nvPr>
            <p:ph type="pic" idx="3"/>
          </p:nvPr>
        </p:nvPicPr>
        <p:blipFill rotWithShape="1">
          <a:blip r:embed="rId4">
            <a:alphaModFix/>
          </a:blip>
          <a:srcRect t="343" b="343"/>
          <a:stretch/>
        </p:blipFill>
        <p:spPr>
          <a:xfrm>
            <a:off x="14116050" y="0"/>
            <a:ext cx="10261600" cy="13716000"/>
          </a:xfrm>
          <a:prstGeom prst="rect">
            <a:avLst/>
          </a:prstGeom>
          <a:solidFill>
            <a:srgbClr val="BFBFBF"/>
          </a:solidFill>
          <a:ln>
            <a:noFill/>
          </a:ln>
        </p:spPr>
      </p:pic>
      <p:sp>
        <p:nvSpPr>
          <p:cNvPr id="7" name="TextBox 6">
            <a:extLst>
              <a:ext uri="{FF2B5EF4-FFF2-40B4-BE49-F238E27FC236}">
                <a16:creationId xmlns:a16="http://schemas.microsoft.com/office/drawing/2014/main" id="{B3FF2E4A-B913-ABD7-4A8F-C6649067A8BC}"/>
              </a:ext>
            </a:extLst>
          </p:cNvPr>
          <p:cNvSpPr txBox="1"/>
          <p:nvPr/>
        </p:nvSpPr>
        <p:spPr>
          <a:xfrm>
            <a:off x="1365958" y="4635350"/>
            <a:ext cx="11478381" cy="5078313"/>
          </a:xfrm>
          <a:prstGeom prst="rect">
            <a:avLst/>
          </a:prstGeom>
          <a:noFill/>
        </p:spPr>
        <p:txBody>
          <a:bodyPr wrap="square" rtlCol="0">
            <a:spAutoFit/>
          </a:bodyPr>
          <a:lstStyle/>
          <a:p>
            <a:r>
              <a:rPr lang="en-GB" sz="3600" dirty="0">
                <a:latin typeface="Calibri" panose="020F0502020204030204" pitchFamily="34" charset="0"/>
                <a:ea typeface="Calibri" panose="020F0502020204030204" pitchFamily="34" charset="0"/>
                <a:cs typeface="Calibri" panose="020F0502020204030204" pitchFamily="34" charset="0"/>
              </a:rPr>
              <a:t>Hello and welcome,</a:t>
            </a:r>
            <a:endParaRPr lang="tr-TR" sz="3600" dirty="0">
              <a:latin typeface="Calibri" panose="020F0502020204030204" pitchFamily="34" charset="0"/>
              <a:ea typeface="Calibri" panose="020F0502020204030204" pitchFamily="34" charset="0"/>
              <a:cs typeface="Calibri" panose="020F0502020204030204" pitchFamily="34" charset="0"/>
            </a:endParaRPr>
          </a:p>
          <a:p>
            <a:endParaRPr lang="tr-TR" sz="3600" dirty="0">
              <a:latin typeface="Calibri" panose="020F0502020204030204" pitchFamily="34" charset="0"/>
              <a:ea typeface="Calibri" panose="020F0502020204030204" pitchFamily="34" charset="0"/>
              <a:cs typeface="Calibri" panose="020F0502020204030204" pitchFamily="34" charset="0"/>
            </a:endParaRPr>
          </a:p>
          <a:p>
            <a:r>
              <a:rPr lang="en-GB" sz="3600" dirty="0">
                <a:latin typeface="Calibri" panose="020F0502020204030204" pitchFamily="34" charset="0"/>
                <a:ea typeface="Calibri" panose="020F0502020204030204" pitchFamily="34" charset="0"/>
                <a:cs typeface="Calibri" panose="020F0502020204030204" pitchFamily="34" charset="0"/>
              </a:rPr>
              <a:t>Today, we have gathered here to present my thesis</a:t>
            </a:r>
            <a:r>
              <a:rPr lang="tr-TR" sz="3600" dirty="0">
                <a:latin typeface="Calibri" panose="020F0502020204030204" pitchFamily="34" charset="0"/>
                <a:ea typeface="Calibri" panose="020F0502020204030204" pitchFamily="34" charset="0"/>
                <a:cs typeface="Calibri" panose="020F0502020204030204" pitchFamily="34" charset="0"/>
              </a:rPr>
              <a:t> </a:t>
            </a:r>
            <a:r>
              <a:rPr lang="tr-TR" sz="3600" dirty="0" err="1">
                <a:latin typeface="Calibri" panose="020F0502020204030204" pitchFamily="34" charset="0"/>
                <a:ea typeface="Calibri" panose="020F0502020204030204" pitchFamily="34" charset="0"/>
                <a:cs typeface="Calibri" panose="020F0502020204030204" pitchFamily="34" charset="0"/>
              </a:rPr>
              <a:t>and</a:t>
            </a:r>
            <a:r>
              <a:rPr lang="tr-TR" sz="3600" dirty="0">
                <a:latin typeface="Calibri" panose="020F0502020204030204" pitchFamily="34" charset="0"/>
                <a:ea typeface="Calibri" panose="020F0502020204030204" pitchFamily="34" charset="0"/>
                <a:cs typeface="Calibri" panose="020F0502020204030204" pitchFamily="34" charset="0"/>
              </a:rPr>
              <a:t> </a:t>
            </a:r>
            <a:r>
              <a:rPr lang="en-GB" sz="3600" dirty="0">
                <a:latin typeface="Calibri" panose="020F0502020204030204" pitchFamily="34" charset="0"/>
                <a:ea typeface="Calibri" panose="020F0502020204030204" pitchFamily="34" charset="0"/>
                <a:cs typeface="Calibri" panose="020F0502020204030204" pitchFamily="34" charset="0"/>
              </a:rPr>
              <a:t>I would like to thank everyone for their attendance and support, especially Professor </a:t>
            </a:r>
            <a:r>
              <a:rPr lang="en-GB" sz="3600" dirty="0" err="1">
                <a:latin typeface="Calibri" panose="020F0502020204030204" pitchFamily="34" charset="0"/>
                <a:ea typeface="Calibri" panose="020F0502020204030204" pitchFamily="34" charset="0"/>
                <a:cs typeface="Calibri" panose="020F0502020204030204" pitchFamily="34" charset="0"/>
              </a:rPr>
              <a:t>İpek</a:t>
            </a:r>
            <a:r>
              <a:rPr lang="en-GB" sz="3600" dirty="0">
                <a:latin typeface="Calibri" panose="020F0502020204030204" pitchFamily="34" charset="0"/>
                <a:ea typeface="Calibri" panose="020F0502020204030204" pitchFamily="34" charset="0"/>
                <a:cs typeface="Calibri" panose="020F0502020204030204" pitchFamily="34" charset="0"/>
              </a:rPr>
              <a:t> Baz. I hope you will follow my presentation with interest and find it useful.</a:t>
            </a:r>
            <a:r>
              <a:rPr lang="tr-TR" sz="3600" dirty="0">
                <a:latin typeface="Calibri" panose="020F0502020204030204" pitchFamily="34" charset="0"/>
                <a:ea typeface="Calibri" panose="020F0502020204030204" pitchFamily="34" charset="0"/>
                <a:cs typeface="Calibri" panose="020F0502020204030204" pitchFamily="34" charset="0"/>
              </a:rPr>
              <a:t> </a:t>
            </a:r>
            <a:r>
              <a:rPr lang="en-GB" sz="3600" dirty="0">
                <a:latin typeface="Calibri" panose="020F0502020204030204" pitchFamily="34" charset="0"/>
                <a:ea typeface="Calibri" panose="020F0502020204030204" pitchFamily="34" charset="0"/>
                <a:cs typeface="Calibri" panose="020F0502020204030204" pitchFamily="34" charset="0"/>
              </a:rPr>
              <a:t>Now, with your permission, I would like to begin my presentation.</a:t>
            </a:r>
            <a:endParaRPr lang="tr-TR" sz="3600" dirty="0">
              <a:latin typeface="Calibri" panose="020F0502020204030204" pitchFamily="34" charset="0"/>
              <a:ea typeface="Calibri" panose="020F0502020204030204" pitchFamily="34" charset="0"/>
              <a:cs typeface="Calibri" panose="020F0502020204030204" pitchFamily="34" charset="0"/>
            </a:endParaRPr>
          </a:p>
          <a:p>
            <a:endParaRPr lang="tr-TR" sz="3600" dirty="0">
              <a:latin typeface="Calibri" panose="020F0502020204030204" pitchFamily="34" charset="0"/>
              <a:ea typeface="Calibri" panose="020F0502020204030204" pitchFamily="34" charset="0"/>
              <a:cs typeface="Calibri" panose="020F0502020204030204" pitchFamily="34" charset="0"/>
            </a:endParaRPr>
          </a:p>
          <a:p>
            <a:r>
              <a:rPr lang="en-GB" sz="3600" dirty="0">
                <a:latin typeface="Calibri" panose="020F0502020204030204" pitchFamily="34" charset="0"/>
                <a:ea typeface="Calibri" panose="020F0502020204030204" pitchFamily="34" charset="0"/>
                <a:cs typeface="Calibri" panose="020F0502020204030204" pitchFamily="34" charset="0"/>
              </a:rPr>
              <a:t>Thank you.</a:t>
            </a:r>
          </a:p>
        </p:txBody>
      </p:sp>
      <p:sp>
        <p:nvSpPr>
          <p:cNvPr id="8" name="Google Shape;140;p23">
            <a:extLst>
              <a:ext uri="{FF2B5EF4-FFF2-40B4-BE49-F238E27FC236}">
                <a16:creationId xmlns:a16="http://schemas.microsoft.com/office/drawing/2014/main" id="{070FD0E3-8975-32FB-AEAD-1E1BC8704A8E}"/>
              </a:ext>
            </a:extLst>
          </p:cNvPr>
          <p:cNvSpPr/>
          <p:nvPr/>
        </p:nvSpPr>
        <p:spPr>
          <a:xfrm rot="10800000">
            <a:off x="731089" y="3321199"/>
            <a:ext cx="854158" cy="681139"/>
          </a:xfrm>
          <a:custGeom>
            <a:avLst/>
            <a:gdLst/>
            <a:ahLst/>
            <a:cxnLst/>
            <a:rect l="l" t="t" r="r" b="b"/>
            <a:pathLst>
              <a:path w="444" h="329" extrusionOk="0">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2"/>
              </a:solidFill>
              <a:latin typeface="Calibri"/>
              <a:ea typeface="Calibri"/>
              <a:cs typeface="Calibri"/>
              <a:sym typeface="Calibri"/>
            </a:endParaRPr>
          </a:p>
        </p:txBody>
      </p:sp>
      <p:sp>
        <p:nvSpPr>
          <p:cNvPr id="9" name="Google Shape;142;p23">
            <a:extLst>
              <a:ext uri="{FF2B5EF4-FFF2-40B4-BE49-F238E27FC236}">
                <a16:creationId xmlns:a16="http://schemas.microsoft.com/office/drawing/2014/main" id="{568102FB-9725-DDA3-99BE-9BED453FC023}"/>
              </a:ext>
            </a:extLst>
          </p:cNvPr>
          <p:cNvSpPr/>
          <p:nvPr/>
        </p:nvSpPr>
        <p:spPr>
          <a:xfrm>
            <a:off x="11934340" y="9853499"/>
            <a:ext cx="909999" cy="675742"/>
          </a:xfrm>
          <a:custGeom>
            <a:avLst/>
            <a:gdLst/>
            <a:ahLst/>
            <a:cxnLst/>
            <a:rect l="l" t="t" r="r" b="b"/>
            <a:pathLst>
              <a:path w="444" h="329" extrusionOk="0">
                <a:moveTo>
                  <a:pt x="70" y="0"/>
                </a:moveTo>
                <a:lnTo>
                  <a:pt x="70" y="0"/>
                </a:lnTo>
                <a:cubicBezTo>
                  <a:pt x="26" y="0"/>
                  <a:pt x="0" y="35"/>
                  <a:pt x="0" y="70"/>
                </a:cubicBezTo>
                <a:cubicBezTo>
                  <a:pt x="0" y="115"/>
                  <a:pt x="26" y="150"/>
                  <a:pt x="70" y="150"/>
                </a:cubicBezTo>
                <a:cubicBezTo>
                  <a:pt x="142" y="150"/>
                  <a:pt x="98" y="291"/>
                  <a:pt x="0" y="291"/>
                </a:cubicBezTo>
                <a:cubicBezTo>
                  <a:pt x="0" y="328"/>
                  <a:pt x="0" y="328"/>
                  <a:pt x="0" y="328"/>
                </a:cubicBezTo>
                <a:cubicBezTo>
                  <a:pt x="168" y="328"/>
                  <a:pt x="239" y="0"/>
                  <a:pt x="70" y="0"/>
                </a:cubicBezTo>
                <a:close/>
                <a:moveTo>
                  <a:pt x="275" y="0"/>
                </a:moveTo>
                <a:lnTo>
                  <a:pt x="275" y="0"/>
                </a:lnTo>
                <a:cubicBezTo>
                  <a:pt x="239" y="0"/>
                  <a:pt x="204" y="35"/>
                  <a:pt x="204" y="70"/>
                </a:cubicBezTo>
                <a:cubicBezTo>
                  <a:pt x="204" y="115"/>
                  <a:pt x="239" y="150"/>
                  <a:pt x="275" y="150"/>
                </a:cubicBezTo>
                <a:cubicBezTo>
                  <a:pt x="354" y="150"/>
                  <a:pt x="301" y="291"/>
                  <a:pt x="204" y="291"/>
                </a:cubicBezTo>
                <a:cubicBezTo>
                  <a:pt x="204" y="328"/>
                  <a:pt x="204" y="328"/>
                  <a:pt x="204" y="328"/>
                </a:cubicBezTo>
                <a:cubicBezTo>
                  <a:pt x="381" y="328"/>
                  <a:pt x="443" y="0"/>
                  <a:pt x="275" y="0"/>
                </a:cubicBezTo>
                <a:close/>
              </a:path>
            </a:pathLst>
          </a:custGeom>
          <a:solidFill>
            <a:schemeClr val="accent5"/>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2"/>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24"/>
          <p:cNvSpPr txBox="1"/>
          <p:nvPr/>
        </p:nvSpPr>
        <p:spPr>
          <a:xfrm>
            <a:off x="1701086" y="1316376"/>
            <a:ext cx="11355687" cy="7417375"/>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dirty="0">
                <a:solidFill>
                  <a:schemeClr val="dk1"/>
                </a:solidFill>
                <a:latin typeface="Calibri"/>
                <a:ea typeface="Calibri"/>
                <a:cs typeface="Calibri"/>
                <a:sym typeface="Calibri"/>
              </a:rPr>
              <a:t>Abstract</a:t>
            </a:r>
            <a:endParaRPr sz="2800" b="1" dirty="0"/>
          </a:p>
          <a:p>
            <a:pPr marL="0" marR="0" lvl="0" indent="0" algn="just" rtl="0">
              <a:spcBef>
                <a:spcPts val="0"/>
              </a:spcBef>
              <a:spcAft>
                <a:spcPts val="0"/>
              </a:spcAft>
              <a:buNone/>
            </a:pPr>
            <a:endParaRPr sz="2800" dirty="0">
              <a:solidFill>
                <a:srgbClr val="979393"/>
              </a:solidFill>
              <a:latin typeface="Calibri"/>
              <a:ea typeface="Calibri"/>
              <a:cs typeface="Calibri"/>
              <a:sym typeface="Calibri"/>
            </a:endParaRPr>
          </a:p>
          <a:p>
            <a:pPr marL="0" marR="0" lvl="0" indent="0" algn="just" rtl="0">
              <a:spcBef>
                <a:spcPts val="0"/>
              </a:spcBef>
              <a:spcAft>
                <a:spcPts val="0"/>
              </a:spcAft>
              <a:buNone/>
            </a:pPr>
            <a:r>
              <a:rPr lang="en-GB" sz="2800" dirty="0">
                <a:solidFill>
                  <a:schemeClr val="dk1"/>
                </a:solidFill>
                <a:latin typeface="Calibri"/>
                <a:ea typeface="Calibri"/>
                <a:cs typeface="Calibri"/>
                <a:sym typeface="Calibri"/>
              </a:rPr>
              <a:t>Aflatoxins are highly dangerous toxic byproducts produced by certain types of fungi. Various food products, especially dried figs, can become infected and lead to various complications, posing a serious problem for human and animal health. Currently, the detection of figs carrying aflatoxin risk in fig production facilities is done manually. Prolonged exposure to aflatoxin detected with UV light poses health risks. Moreover, ensuring accurate aflatoxin detection requires considering human error.</a:t>
            </a:r>
            <a:endParaRPr lang="tr-TR" sz="2800" dirty="0">
              <a:solidFill>
                <a:schemeClr val="dk1"/>
              </a:solidFill>
              <a:latin typeface="Calibri"/>
              <a:ea typeface="Calibri"/>
              <a:cs typeface="Calibri"/>
              <a:sym typeface="Calibri"/>
            </a:endParaRPr>
          </a:p>
          <a:p>
            <a:pPr marL="0" marR="0" lvl="0" indent="0" algn="just" rtl="0">
              <a:spcBef>
                <a:spcPts val="0"/>
              </a:spcBef>
              <a:spcAft>
                <a:spcPts val="0"/>
              </a:spcAft>
              <a:buNone/>
            </a:pPr>
            <a:endParaRPr lang="tr-TR" sz="2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GB" sz="2800" dirty="0">
                <a:solidFill>
                  <a:schemeClr val="dk1"/>
                </a:solidFill>
                <a:latin typeface="Calibri"/>
                <a:ea typeface="Calibri"/>
                <a:cs typeface="Calibri"/>
                <a:sym typeface="Calibri"/>
              </a:rPr>
              <a:t>The aim of this study is to collect data on aflatoxin-contaminated and healthy figs using an NIR scan measurement device and to develop an artificial intelligence-based solution for the accurate classification of aflatoxin-contaminated and healthy figs.</a:t>
            </a:r>
            <a:endParaRPr lang="tr-TR" sz="2800" dirty="0">
              <a:solidFill>
                <a:schemeClr val="dk1"/>
              </a:solidFill>
              <a:latin typeface="Calibri"/>
              <a:ea typeface="Calibri"/>
              <a:cs typeface="Calibri"/>
              <a:sym typeface="Calibri"/>
            </a:endParaRPr>
          </a:p>
          <a:p>
            <a:pPr marL="0" marR="0" lvl="0" indent="0" algn="just" rtl="0">
              <a:spcBef>
                <a:spcPts val="0"/>
              </a:spcBef>
              <a:spcAft>
                <a:spcPts val="0"/>
              </a:spcAft>
              <a:buNone/>
            </a:pPr>
            <a:endParaRPr lang="tr-TR" sz="2800" dirty="0">
              <a:solidFill>
                <a:schemeClr val="dk1"/>
              </a:solidFill>
              <a:latin typeface="Calibri"/>
              <a:ea typeface="Calibri"/>
              <a:cs typeface="Calibri"/>
              <a:sym typeface="Calibri"/>
            </a:endParaRPr>
          </a:p>
          <a:p>
            <a:pPr marL="0" marR="0" lvl="0" indent="0" algn="just" rtl="0">
              <a:spcBef>
                <a:spcPts val="0"/>
              </a:spcBef>
              <a:spcAft>
                <a:spcPts val="0"/>
              </a:spcAft>
              <a:buNone/>
            </a:pPr>
            <a:r>
              <a:rPr lang="en-GB" sz="2800" dirty="0">
                <a:solidFill>
                  <a:schemeClr val="dk1"/>
                </a:solidFill>
                <a:latin typeface="Calibri"/>
                <a:ea typeface="Calibri"/>
                <a:cs typeface="Calibri"/>
                <a:sym typeface="Calibri"/>
              </a:rPr>
              <a:t>In summary, the goal is to provide a safer and more effective alternative to existing methods in dried fig processing facilities.</a:t>
            </a:r>
            <a:endParaRPr sz="2800" dirty="0">
              <a:solidFill>
                <a:schemeClr val="dk1"/>
              </a:solidFill>
              <a:latin typeface="Calibri"/>
              <a:ea typeface="Calibri"/>
              <a:cs typeface="Calibri"/>
              <a:sym typeface="Calibri"/>
            </a:endParaRPr>
          </a:p>
        </p:txBody>
      </p:sp>
      <p:sp>
        <p:nvSpPr>
          <p:cNvPr id="150" name="Google Shape;150;p24"/>
          <p:cNvSpPr txBox="1"/>
          <p:nvPr/>
        </p:nvSpPr>
        <p:spPr>
          <a:xfrm>
            <a:off x="13388923" y="1532762"/>
            <a:ext cx="10155589" cy="8279149"/>
          </a:xfrm>
          <a:prstGeom prst="rect">
            <a:avLst/>
          </a:prstGeom>
          <a:noFill/>
          <a:ln>
            <a:noFill/>
          </a:ln>
        </p:spPr>
        <p:txBody>
          <a:bodyPr spcFirstLastPara="1" wrap="square" lIns="91425" tIns="45700" rIns="91425" bIns="45700" anchor="t" anchorCtr="0">
            <a:spAutoFit/>
          </a:bodyPr>
          <a:lstStyle/>
          <a:p>
            <a:pPr marL="0" marR="0" lvl="0" indent="0" algn="just" rtl="0">
              <a:spcBef>
                <a:spcPts val="0"/>
              </a:spcBef>
              <a:spcAft>
                <a:spcPts val="0"/>
              </a:spcAft>
              <a:buNone/>
            </a:pPr>
            <a:r>
              <a:rPr lang="en-US" sz="2800" b="1" dirty="0">
                <a:solidFill>
                  <a:schemeClr val="dk1"/>
                </a:solidFill>
                <a:latin typeface="Calibri"/>
                <a:ea typeface="Calibri"/>
                <a:cs typeface="Calibri"/>
                <a:sym typeface="Calibri"/>
              </a:rPr>
              <a:t>Introduction</a:t>
            </a:r>
            <a:endParaRPr lang="tr-TR" sz="2800" b="1" dirty="0">
              <a:solidFill>
                <a:schemeClr val="dk1"/>
              </a:solidFill>
              <a:latin typeface="Calibri"/>
              <a:ea typeface="Calibri"/>
              <a:cs typeface="Calibri"/>
              <a:sym typeface="Calibri"/>
            </a:endParaRPr>
          </a:p>
          <a:p>
            <a:pPr marL="0" marR="0" lvl="0" indent="0" algn="just" rtl="0">
              <a:spcBef>
                <a:spcPts val="0"/>
              </a:spcBef>
              <a:spcAft>
                <a:spcPts val="0"/>
              </a:spcAft>
              <a:buNone/>
            </a:pPr>
            <a:endParaRPr lang="en-GB" sz="2800" dirty="0"/>
          </a:p>
          <a:p>
            <a:pPr marL="0" marR="0" lvl="0" indent="0" algn="just" rtl="0">
              <a:spcBef>
                <a:spcPts val="0"/>
              </a:spcBef>
              <a:spcAft>
                <a:spcPts val="0"/>
              </a:spcAft>
              <a:buNone/>
            </a:pPr>
            <a:r>
              <a:rPr lang="en-GB" sz="2800" dirty="0">
                <a:latin typeface="Calibri" panose="020F0502020204030204" pitchFamily="34" charset="0"/>
                <a:ea typeface="Calibri" panose="020F0502020204030204" pitchFamily="34" charset="0"/>
                <a:cs typeface="Calibri" panose="020F0502020204030204" pitchFamily="34" charset="0"/>
              </a:rPr>
              <a:t>Due to its high sugar content and the structure of its skin, which facilitates the penetration of aflatoxins, dried fig is particularly susceptible to aflatoxin contamination. Levels of contamination can be worryingly high, posing significant health risks.</a:t>
            </a:r>
            <a:endParaRPr lang="tr-T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spcBef>
                <a:spcPts val="0"/>
              </a:spcBef>
              <a:spcAft>
                <a:spcPts val="0"/>
              </a:spcAft>
              <a:buNone/>
            </a:pPr>
            <a:endParaRPr lang="tr-T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spcBef>
                <a:spcPts val="0"/>
              </a:spcBef>
              <a:spcAft>
                <a:spcPts val="0"/>
              </a:spcAft>
              <a:buNone/>
            </a:pPr>
            <a:r>
              <a:rPr lang="en-GB" sz="2800" dirty="0">
                <a:latin typeface="Calibri" panose="020F0502020204030204" pitchFamily="34" charset="0"/>
                <a:ea typeface="Calibri" panose="020F0502020204030204" pitchFamily="34" charset="0"/>
                <a:cs typeface="Calibri" panose="020F0502020204030204" pitchFamily="34" charset="0"/>
              </a:rPr>
              <a:t>The detection and quantification of aflatoxins typically involve costly and time-consuming methods such as liquid chromatography (LC) and high-performance liquid chromatography (HPLC), despite their accuracy. Immunological methods like ELISA offer faster alternatives, but they come with accuracy and cross-reactivity issues.</a:t>
            </a:r>
            <a:endParaRPr lang="tr-T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spcBef>
                <a:spcPts val="0"/>
              </a:spcBef>
              <a:spcAft>
                <a:spcPts val="0"/>
              </a:spcAft>
              <a:buNone/>
            </a:pPr>
            <a:endParaRPr lang="tr-TR" sz="2800" dirty="0">
              <a:latin typeface="Calibri" panose="020F0502020204030204" pitchFamily="34" charset="0"/>
              <a:ea typeface="Calibri" panose="020F0502020204030204" pitchFamily="34" charset="0"/>
              <a:cs typeface="Calibri" panose="020F0502020204030204" pitchFamily="34" charset="0"/>
            </a:endParaRPr>
          </a:p>
          <a:p>
            <a:pPr marL="0" marR="0" lvl="0" indent="0" algn="just" rtl="0">
              <a:spcBef>
                <a:spcPts val="0"/>
              </a:spcBef>
              <a:spcAft>
                <a:spcPts val="0"/>
              </a:spcAft>
              <a:buNone/>
            </a:pPr>
            <a:r>
              <a:rPr lang="en-GB" sz="2800" dirty="0">
                <a:latin typeface="Calibri" panose="020F0502020204030204" pitchFamily="34" charset="0"/>
                <a:ea typeface="Calibri" panose="020F0502020204030204" pitchFamily="34" charset="0"/>
                <a:cs typeface="Calibri" panose="020F0502020204030204" pitchFamily="34" charset="0"/>
              </a:rPr>
              <a:t>The need for non-destructive, rapid, and accurate detection methods is increasing. Techniques like near-infrared spectroscopy (NIR) hold promise due to their speed and sensitivity. Operating in the 900-1800 nm range</a:t>
            </a:r>
            <a:r>
              <a:rPr lang="tr-TR" sz="2800" dirty="0">
                <a:latin typeface="Calibri" panose="020F0502020204030204" pitchFamily="34" charset="0"/>
                <a:ea typeface="Calibri" panose="020F0502020204030204" pitchFamily="34" charset="0"/>
                <a:cs typeface="Calibri" panose="020F0502020204030204" pitchFamily="34" charset="0"/>
              </a:rPr>
              <a:t>. </a:t>
            </a:r>
            <a:r>
              <a:rPr lang="en-GB" sz="2800" dirty="0">
                <a:latin typeface="Calibri" panose="020F0502020204030204" pitchFamily="34" charset="0"/>
                <a:ea typeface="Calibri" panose="020F0502020204030204" pitchFamily="34" charset="0"/>
                <a:cs typeface="Calibri" panose="020F0502020204030204" pitchFamily="34" charset="0"/>
              </a:rPr>
              <a:t>NIR is suitable for detecting aflatoxin contamination in</a:t>
            </a:r>
            <a:r>
              <a:rPr lang="tr-TR" sz="2800" dirty="0">
                <a:latin typeface="Calibri" panose="020F0502020204030204" pitchFamily="34" charset="0"/>
                <a:ea typeface="Calibri" panose="020F0502020204030204" pitchFamily="34" charset="0"/>
                <a:cs typeface="Calibri" panose="020F0502020204030204" pitchFamily="34" charset="0"/>
              </a:rPr>
              <a:t> </a:t>
            </a:r>
            <a:r>
              <a:rPr lang="tr-TR" sz="2800" dirty="0" err="1">
                <a:latin typeface="Calibri" panose="020F0502020204030204" pitchFamily="34" charset="0"/>
                <a:ea typeface="Calibri" panose="020F0502020204030204" pitchFamily="34" charset="0"/>
                <a:cs typeface="Calibri" panose="020F0502020204030204" pitchFamily="34" charset="0"/>
              </a:rPr>
              <a:t>dried</a:t>
            </a:r>
            <a:r>
              <a:rPr lang="en-GB" sz="2800" dirty="0">
                <a:latin typeface="Calibri" panose="020F0502020204030204" pitchFamily="34" charset="0"/>
                <a:ea typeface="Calibri" panose="020F0502020204030204" pitchFamily="34" charset="0"/>
                <a:cs typeface="Calibri" panose="020F0502020204030204" pitchFamily="34" charset="0"/>
              </a:rPr>
              <a:t> </a:t>
            </a:r>
            <a:r>
              <a:rPr lang="tr-TR" sz="2800" dirty="0" err="1">
                <a:latin typeface="Calibri" panose="020F0502020204030204" pitchFamily="34" charset="0"/>
                <a:ea typeface="Calibri" panose="020F0502020204030204" pitchFamily="34" charset="0"/>
                <a:cs typeface="Calibri" panose="020F0502020204030204" pitchFamily="34" charset="0"/>
              </a:rPr>
              <a:t>figs</a:t>
            </a:r>
            <a:r>
              <a:rPr lang="tr-TR" sz="2800" dirty="0">
                <a:latin typeface="Calibri" panose="020F0502020204030204" pitchFamily="34" charset="0"/>
                <a:ea typeface="Calibri" panose="020F0502020204030204" pitchFamily="34" charset="0"/>
                <a:cs typeface="Calibri" panose="020F0502020204030204" pitchFamily="34" charset="0"/>
              </a:rPr>
              <a:t> </a:t>
            </a:r>
            <a:r>
              <a:rPr lang="tr-TR" sz="2800" dirty="0" err="1">
                <a:latin typeface="Calibri" panose="020F0502020204030204" pitchFamily="34" charset="0"/>
                <a:ea typeface="Calibri" panose="020F0502020204030204" pitchFamily="34" charset="0"/>
                <a:cs typeface="Calibri" panose="020F0502020204030204" pitchFamily="34" charset="0"/>
              </a:rPr>
              <a:t>and</a:t>
            </a:r>
            <a:r>
              <a:rPr lang="tr-TR" sz="2800" dirty="0">
                <a:latin typeface="Calibri" panose="020F0502020204030204" pitchFamily="34" charset="0"/>
                <a:ea typeface="Calibri" panose="020F0502020204030204" pitchFamily="34" charset="0"/>
                <a:cs typeface="Calibri" panose="020F0502020204030204" pitchFamily="34" charset="0"/>
              </a:rPr>
              <a:t> </a:t>
            </a:r>
            <a:r>
              <a:rPr lang="en-GB" sz="2800" dirty="0">
                <a:latin typeface="Calibri" panose="020F0502020204030204" pitchFamily="34" charset="0"/>
                <a:ea typeface="Calibri" panose="020F0502020204030204" pitchFamily="34" charset="0"/>
                <a:cs typeface="Calibri" panose="020F0502020204030204" pitchFamily="34" charset="0"/>
              </a:rPr>
              <a:t>providing reliable and safe data without requiring extensive sample preparation.</a:t>
            </a:r>
            <a:endParaRPr sz="2800" dirty="0">
              <a:solidFill>
                <a:srgbClr val="979393"/>
              </a:solidFill>
              <a:latin typeface="Calibri"/>
              <a:ea typeface="Calibri"/>
              <a:cs typeface="Calibri"/>
              <a:sym typeface="Calibri"/>
            </a:endParaRPr>
          </a:p>
        </p:txBody>
      </p:sp>
      <p:sp>
        <p:nvSpPr>
          <p:cNvPr id="151" name="Google Shape;151;p24"/>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52" name="Google Shape;152;p24"/>
          <p:cNvPicPr preferRelativeResize="0"/>
          <p:nvPr/>
        </p:nvPicPr>
        <p:blipFill rotWithShape="1">
          <a:blip r:embed="rId3">
            <a:alphaModFix/>
          </a:blip>
          <a:srcRect/>
          <a:stretch/>
        </p:blipFill>
        <p:spPr>
          <a:xfrm>
            <a:off x="1282540" y="11467890"/>
            <a:ext cx="2584065" cy="1739599"/>
          </a:xfrm>
          <a:prstGeom prst="rect">
            <a:avLst/>
          </a:prstGeom>
          <a:noFill/>
          <a:ln>
            <a:noFill/>
          </a:ln>
        </p:spPr>
      </p:pic>
      <p:sp>
        <p:nvSpPr>
          <p:cNvPr id="153" name="Google Shape;153;p24"/>
          <p:cNvSpPr txBox="1"/>
          <p:nvPr/>
        </p:nvSpPr>
        <p:spPr>
          <a:xfrm>
            <a:off x="1837301" y="273049"/>
            <a:ext cx="21180126" cy="92328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5400" dirty="0">
                <a:effectLst/>
                <a:latin typeface="Calibri" panose="020F0502020204030204" pitchFamily="34" charset="0"/>
                <a:ea typeface="Calibri" panose="020F0502020204030204" pitchFamily="34" charset="0"/>
                <a:cs typeface="Calibri" panose="020F0502020204030204" pitchFamily="34" charset="0"/>
              </a:rPr>
              <a:t>Detection of mycotoxins in dry fig using NIR scan with AI-based methods</a:t>
            </a:r>
            <a:endParaRPr lang="en-US" sz="5400" dirty="0">
              <a:latin typeface="Calibri" panose="020F0502020204030204" pitchFamily="34" charset="0"/>
              <a:ea typeface="Calibri" panose="020F0502020204030204" pitchFamily="34" charset="0"/>
              <a:cs typeface="Calibri" panose="020F0502020204030204" pitchFamily="34" charset="0"/>
            </a:endParaRPr>
          </a:p>
        </p:txBody>
      </p:sp>
      <p:pic>
        <p:nvPicPr>
          <p:cNvPr id="5" name="Picture 4" descr="A group of people in a dark room&#10;&#10;Description automatically generated">
            <a:extLst>
              <a:ext uri="{FF2B5EF4-FFF2-40B4-BE49-F238E27FC236}">
                <a16:creationId xmlns:a16="http://schemas.microsoft.com/office/drawing/2014/main" id="{A2CDC4FB-5689-2329-892A-629BC5C86856}"/>
              </a:ext>
            </a:extLst>
          </p:cNvPr>
          <p:cNvPicPr>
            <a:picLocks noChangeAspect="1"/>
          </p:cNvPicPr>
          <p:nvPr/>
        </p:nvPicPr>
        <p:blipFill>
          <a:blip r:embed="rId4"/>
          <a:stretch>
            <a:fillRect/>
          </a:stretch>
        </p:blipFill>
        <p:spPr>
          <a:xfrm>
            <a:off x="4198755" y="9089251"/>
            <a:ext cx="7761470" cy="4353700"/>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0A57CA1-69CB-38B5-0E8D-6F7FE1B460C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4</a:t>
            </a:fld>
            <a:endParaRPr lang="en-US" dirty="0"/>
          </a:p>
        </p:txBody>
      </p:sp>
      <p:sp>
        <p:nvSpPr>
          <p:cNvPr id="3" name="TextBox 2">
            <a:extLst>
              <a:ext uri="{FF2B5EF4-FFF2-40B4-BE49-F238E27FC236}">
                <a16:creationId xmlns:a16="http://schemas.microsoft.com/office/drawing/2014/main" id="{95B1115F-65F0-1172-9010-3FA641B02ECD}"/>
              </a:ext>
            </a:extLst>
          </p:cNvPr>
          <p:cNvSpPr txBox="1"/>
          <p:nvPr/>
        </p:nvSpPr>
        <p:spPr>
          <a:xfrm>
            <a:off x="6112563" y="675860"/>
            <a:ext cx="11360427" cy="707886"/>
          </a:xfrm>
          <a:prstGeom prst="rect">
            <a:avLst/>
          </a:prstGeom>
          <a:noFill/>
        </p:spPr>
        <p:txBody>
          <a:bodyPr wrap="square" rtlCol="0">
            <a:spAutoFit/>
          </a:bodyPr>
          <a:lstStyle/>
          <a:p>
            <a:pPr algn="ctr"/>
            <a:r>
              <a:rPr lang="tr-TR" sz="4000" b="1" dirty="0">
                <a:latin typeface="Calibri" panose="020F0502020204030204" pitchFamily="34" charset="0"/>
                <a:ea typeface="Calibri" panose="020F0502020204030204" pitchFamily="34" charset="0"/>
                <a:cs typeface="Calibri" panose="020F0502020204030204" pitchFamily="34" charset="0"/>
              </a:rPr>
              <a:t>Information </a:t>
            </a:r>
            <a:r>
              <a:rPr lang="tr-TR" sz="4000" b="1" dirty="0" err="1">
                <a:latin typeface="Calibri" panose="020F0502020204030204" pitchFamily="34" charset="0"/>
                <a:ea typeface="Calibri" panose="020F0502020204030204" pitchFamily="34" charset="0"/>
                <a:cs typeface="Calibri" panose="020F0502020204030204" pitchFamily="34" charset="0"/>
              </a:rPr>
              <a:t>About</a:t>
            </a:r>
            <a:r>
              <a:rPr lang="tr-TR" sz="4000" b="1" dirty="0">
                <a:latin typeface="Calibri" panose="020F0502020204030204" pitchFamily="34" charset="0"/>
                <a:ea typeface="Calibri" panose="020F0502020204030204" pitchFamily="34" charset="0"/>
                <a:cs typeface="Calibri" panose="020F0502020204030204" pitchFamily="34" charset="0"/>
              </a:rPr>
              <a:t>  </a:t>
            </a:r>
            <a:r>
              <a:rPr lang="en-GB" sz="4000" b="1" dirty="0">
                <a:latin typeface="Calibri" panose="020F0502020204030204" pitchFamily="34" charset="0"/>
                <a:ea typeface="Calibri" panose="020F0502020204030204" pitchFamily="34" charset="0"/>
                <a:cs typeface="Calibri" panose="020F0502020204030204" pitchFamily="34" charset="0"/>
              </a:rPr>
              <a:t>Near-Infrared</a:t>
            </a:r>
            <a:r>
              <a:rPr lang="tr-TR" sz="4000" b="1" dirty="0">
                <a:latin typeface="Calibri" panose="020F0502020204030204" pitchFamily="34" charset="0"/>
                <a:ea typeface="Calibri" panose="020F0502020204030204" pitchFamily="34" charset="0"/>
                <a:cs typeface="Calibri" panose="020F0502020204030204" pitchFamily="34" charset="0"/>
              </a:rPr>
              <a:t> S</a:t>
            </a:r>
            <a:r>
              <a:rPr lang="en-GB" sz="4000" b="1" dirty="0" err="1">
                <a:latin typeface="Calibri" panose="020F0502020204030204" pitchFamily="34" charset="0"/>
                <a:ea typeface="Calibri" panose="020F0502020204030204" pitchFamily="34" charset="0"/>
                <a:cs typeface="Calibri" panose="020F0502020204030204" pitchFamily="34" charset="0"/>
              </a:rPr>
              <a:t>pectroscopy</a:t>
            </a:r>
            <a:r>
              <a:rPr lang="en-GB" sz="4000" b="1" dirty="0">
                <a:latin typeface="Calibri" panose="020F0502020204030204" pitchFamily="34" charset="0"/>
                <a:ea typeface="Calibri" panose="020F0502020204030204" pitchFamily="34" charset="0"/>
                <a:cs typeface="Calibri" panose="020F0502020204030204" pitchFamily="34" charset="0"/>
              </a:rPr>
              <a:t> </a:t>
            </a:r>
          </a:p>
        </p:txBody>
      </p:sp>
      <p:pic>
        <p:nvPicPr>
          <p:cNvPr id="8" name="Picture 7" descr="A diagram of a machine&#10;&#10;Description automatically generated">
            <a:extLst>
              <a:ext uri="{FF2B5EF4-FFF2-40B4-BE49-F238E27FC236}">
                <a16:creationId xmlns:a16="http://schemas.microsoft.com/office/drawing/2014/main" id="{89BC86E4-5EBD-A60C-0CE5-F8053AA913A8}"/>
              </a:ext>
            </a:extLst>
          </p:cNvPr>
          <p:cNvPicPr>
            <a:picLocks noChangeAspect="1"/>
          </p:cNvPicPr>
          <p:nvPr/>
        </p:nvPicPr>
        <p:blipFill>
          <a:blip r:embed="rId3"/>
          <a:stretch>
            <a:fillRect/>
          </a:stretch>
        </p:blipFill>
        <p:spPr>
          <a:xfrm>
            <a:off x="12604013" y="2196210"/>
            <a:ext cx="11416233" cy="8895859"/>
          </a:xfrm>
          <a:prstGeom prst="rect">
            <a:avLst/>
          </a:prstGeom>
          <a:ln w="88900" cap="sq" cmpd="thickThin">
            <a:solidFill>
              <a:srgbClr val="000000"/>
            </a:solidFill>
            <a:prstDash val="solid"/>
            <a:miter lim="800000"/>
          </a:ln>
          <a:effectLst>
            <a:innerShdw blurRad="76200">
              <a:srgbClr val="000000"/>
            </a:innerShdw>
          </a:effectLst>
        </p:spPr>
      </p:pic>
      <p:sp>
        <p:nvSpPr>
          <p:cNvPr id="9" name="TextBox 8">
            <a:extLst>
              <a:ext uri="{FF2B5EF4-FFF2-40B4-BE49-F238E27FC236}">
                <a16:creationId xmlns:a16="http://schemas.microsoft.com/office/drawing/2014/main" id="{A0E4EAFA-4149-E120-D867-32A0170B2CB1}"/>
              </a:ext>
            </a:extLst>
          </p:cNvPr>
          <p:cNvSpPr txBox="1"/>
          <p:nvPr/>
        </p:nvSpPr>
        <p:spPr>
          <a:xfrm>
            <a:off x="828398" y="2010272"/>
            <a:ext cx="11360427" cy="14373165"/>
          </a:xfrm>
          <a:prstGeom prst="rect">
            <a:avLst/>
          </a:prstGeom>
          <a:noFill/>
        </p:spPr>
        <p:txBody>
          <a:bodyPr wrap="square" rtlCol="0">
            <a:spAutoFit/>
          </a:bodyPr>
          <a:lstStyle/>
          <a:p>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NIR devices utilize spectroscopy to </a:t>
            </a:r>
            <a:r>
              <a:rPr lang="en-GB" sz="3200" b="0" i="0" u="none" strike="noStrike" dirty="0" err="1">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analyze</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the chemical composition of objects using light in the near-infrared (NIR) region (700 nm - 2500 nm wavelength</a:t>
            </a:r>
            <a:r>
              <a:rPr lang="tr-TR"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r>
              <a:rPr lang="tr-TR" sz="3200" b="0" i="0" u="none" strike="noStrike" dirty="0" err="1">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range</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Spectroscopy works by examining how an object absorbs or reflects light at different wavelengths.</a:t>
            </a:r>
            <a:endParaRPr lang="tr-TR"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endParaRPr lang="tr-TR" sz="32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Initially, the product is placed in the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sample window </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and illuminated using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lamps</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The light passing through the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slit</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encounters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Collimating lenses </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first, which make the incoming light parallel, thus organizing the distribution in the optical system. Then, the light at specific wavelengths passes through a </a:t>
            </a:r>
            <a:r>
              <a:rPr lang="tr-TR" sz="3200" b="1" dirty="0">
                <a:highlight>
                  <a:srgbClr val="FFFFFF"/>
                </a:highlight>
                <a:latin typeface="Calibri" panose="020F0502020204030204" pitchFamily="34" charset="0"/>
                <a:ea typeface="Calibri" panose="020F0502020204030204" pitchFamily="34" charset="0"/>
                <a:cs typeface="Calibri" panose="020F0502020204030204" pitchFamily="34" charset="0"/>
              </a:rPr>
              <a:t>W</a:t>
            </a:r>
            <a:r>
              <a:rPr lang="en-GB" sz="3200" b="1" i="0" u="none" strike="noStrike" dirty="0" err="1">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avepass</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t>
            </a:r>
            <a:r>
              <a:rPr lang="tr-TR"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a:t>
            </a:r>
            <a:r>
              <a:rPr lang="en-GB" sz="3200" b="1" i="0" u="none" strike="noStrike" dirty="0" err="1">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ilter</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Additionally, it is ensured that visible light is removed, focusing on infrared light.</a:t>
            </a:r>
            <a:endParaRPr lang="tr-TR"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endParaRPr>
          </a:p>
          <a:p>
            <a:endParaRPr lang="tr-TR" sz="3200" dirty="0">
              <a:highlight>
                <a:srgbClr val="FFFFFF"/>
              </a:highlight>
              <a:latin typeface="Calibri" panose="020F0502020204030204" pitchFamily="34" charset="0"/>
              <a:ea typeface="Calibri" panose="020F0502020204030204" pitchFamily="34" charset="0"/>
              <a:cs typeface="Calibri" panose="020F0502020204030204" pitchFamily="34" charset="0"/>
            </a:endParaRPr>
          </a:p>
          <a:p>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The light is dispersed into wavelengths using a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grating</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With the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Focusing lens</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the light is focused on a specific point, and the focused light reaching the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DMD</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allows the light to be reflected in desired directions using micro-mirrors. The scattered light is collected and focused on a point using a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Collection lens</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The light signals are converted into electrical signals by the </a:t>
            </a:r>
            <a:r>
              <a:rPr lang="en-GB" sz="3200" b="1"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Detector</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The type of detector used is typically </a:t>
            </a:r>
            <a:r>
              <a:rPr lang="en-GB" sz="3200" b="0" i="0" u="none" strike="noStrike" dirty="0" err="1">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InGaAs</a:t>
            </a:r>
            <a:r>
              <a:rPr lang="en-GB" sz="3200" b="0" i="0" u="none" strike="noStrike" dirty="0">
                <a:solidFill>
                  <a:srgbClr val="000000"/>
                </a:solidFill>
                <a:effectLst/>
                <a:highlight>
                  <a:srgbClr val="FFFFFF"/>
                </a:highlight>
                <a:latin typeface="Calibri" panose="020F0502020204030204" pitchFamily="34" charset="0"/>
                <a:ea typeface="Calibri" panose="020F0502020204030204" pitchFamily="34" charset="0"/>
                <a:cs typeface="Calibri" panose="020F0502020204030204" pitchFamily="34" charset="0"/>
              </a:rPr>
              <a:t>, utilized for detecting light in the near-infrared spectrum regions.</a:t>
            </a:r>
            <a:endParaRPr lang="tr-TR" sz="3200" dirty="0">
              <a:latin typeface="Calibri" panose="020F0502020204030204" pitchFamily="34" charset="0"/>
              <a:ea typeface="Calibri" panose="020F0502020204030204" pitchFamily="34" charset="0"/>
              <a:cs typeface="Calibri" panose="020F0502020204030204" pitchFamily="34" charset="0"/>
            </a:endParaRPr>
          </a:p>
          <a:p>
            <a:endParaRPr lang="tr-TR" sz="2800" dirty="0"/>
          </a:p>
          <a:p>
            <a:endParaRPr lang="tr-TR" sz="2800" dirty="0"/>
          </a:p>
          <a:p>
            <a:endParaRPr lang="tr-TR" sz="2800" dirty="0"/>
          </a:p>
          <a:p>
            <a:endParaRPr lang="tr-TR" sz="2800" dirty="0"/>
          </a:p>
          <a:p>
            <a:endParaRPr lang="tr-TR" sz="2800" dirty="0"/>
          </a:p>
          <a:p>
            <a:endParaRPr lang="tr-TR" sz="2800" dirty="0"/>
          </a:p>
          <a:p>
            <a:endParaRPr lang="tr-TR" sz="2800" dirty="0"/>
          </a:p>
          <a:p>
            <a:endParaRPr lang="en-GB" sz="2800" dirty="0"/>
          </a:p>
        </p:txBody>
      </p:sp>
    </p:spTree>
    <p:extLst>
      <p:ext uri="{BB962C8B-B14F-4D97-AF65-F5344CB8AC3E}">
        <p14:creationId xmlns:p14="http://schemas.microsoft.com/office/powerpoint/2010/main" val="26198768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5"/>
          <p:cNvSpPr txBox="1"/>
          <p:nvPr/>
        </p:nvSpPr>
        <p:spPr>
          <a:xfrm>
            <a:off x="4026861" y="700885"/>
            <a:ext cx="14296343" cy="164661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6000"/>
              <a:buFont typeface="Arial"/>
              <a:buNone/>
            </a:pP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Raleway Light"/>
              </a:rPr>
              <a:t>Literature Review</a:t>
            </a:r>
            <a:endParaRPr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159" name="Google Shape;159;p25"/>
          <p:cNvPicPr preferRelativeResize="0"/>
          <p:nvPr/>
        </p:nvPicPr>
        <p:blipFill rotWithShape="1">
          <a:blip r:embed="rId3">
            <a:alphaModFix/>
          </a:blip>
          <a:srcRect/>
          <a:stretch/>
        </p:blipFill>
        <p:spPr>
          <a:xfrm>
            <a:off x="1282540" y="11467890"/>
            <a:ext cx="2584065" cy="1739599"/>
          </a:xfrm>
          <a:prstGeom prst="rect">
            <a:avLst/>
          </a:prstGeom>
          <a:noFill/>
          <a:ln>
            <a:noFill/>
          </a:ln>
        </p:spPr>
      </p:pic>
      <p:sp>
        <p:nvSpPr>
          <p:cNvPr id="4" name="TextBox 3">
            <a:extLst>
              <a:ext uri="{FF2B5EF4-FFF2-40B4-BE49-F238E27FC236}">
                <a16:creationId xmlns:a16="http://schemas.microsoft.com/office/drawing/2014/main" id="{053D4747-3938-385C-9783-967A90482930}"/>
              </a:ext>
            </a:extLst>
          </p:cNvPr>
          <p:cNvSpPr txBox="1"/>
          <p:nvPr/>
        </p:nvSpPr>
        <p:spPr>
          <a:xfrm>
            <a:off x="735495" y="4072621"/>
            <a:ext cx="9700592" cy="4031873"/>
          </a:xfrm>
          <a:prstGeom prst="rect">
            <a:avLst/>
          </a:prstGeom>
          <a:noFill/>
        </p:spPr>
        <p:txBody>
          <a:bodyPr wrap="square" rtlCol="0">
            <a:sp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NIR spectroscopy has found extensive applications in food research due to its capability to capture spectral bands containing vital information about food content. Compared to multispectral imaging in machine vision, NIR spectroscopy provides more accurate hyperspectral data on food products. In fact, there are numerous recent studies investigating NIR spectroscopy methods for food inspection purposes.</a:t>
            </a:r>
          </a:p>
        </p:txBody>
      </p:sp>
      <p:sp>
        <p:nvSpPr>
          <p:cNvPr id="5" name="TextBox 4">
            <a:extLst>
              <a:ext uri="{FF2B5EF4-FFF2-40B4-BE49-F238E27FC236}">
                <a16:creationId xmlns:a16="http://schemas.microsoft.com/office/drawing/2014/main" id="{D882F546-D9DB-66A7-5798-D373800137FF}"/>
              </a:ext>
            </a:extLst>
          </p:cNvPr>
          <p:cNvSpPr txBox="1"/>
          <p:nvPr/>
        </p:nvSpPr>
        <p:spPr>
          <a:xfrm>
            <a:off x="11990042" y="4075042"/>
            <a:ext cx="10253732" cy="523220"/>
          </a:xfrm>
          <a:prstGeom prst="rect">
            <a:avLst/>
          </a:prstGeom>
          <a:noFill/>
        </p:spPr>
        <p:txBody>
          <a:bodyPr wrap="square" rtlCol="0">
            <a:spAutoFit/>
          </a:bodyPr>
          <a:lstStyle/>
          <a:p>
            <a:pPr algn="ctr"/>
            <a:endParaRPr lang="tr-TR" sz="1400" dirty="0"/>
          </a:p>
          <a:p>
            <a:pPr algn="ctr"/>
            <a:endParaRPr lang="en-GB" sz="1400" dirty="0"/>
          </a:p>
        </p:txBody>
      </p:sp>
      <p:sp>
        <p:nvSpPr>
          <p:cNvPr id="2" name="TextBox 1">
            <a:extLst>
              <a:ext uri="{FF2B5EF4-FFF2-40B4-BE49-F238E27FC236}">
                <a16:creationId xmlns:a16="http://schemas.microsoft.com/office/drawing/2014/main" id="{21CBB58C-F21D-7E56-5E6C-FEE3B93E0AAB}"/>
              </a:ext>
            </a:extLst>
          </p:cNvPr>
          <p:cNvSpPr txBox="1"/>
          <p:nvPr/>
        </p:nvSpPr>
        <p:spPr>
          <a:xfrm>
            <a:off x="11608904" y="3366032"/>
            <a:ext cx="11549269" cy="5016758"/>
          </a:xfrm>
          <a:prstGeom prst="rect">
            <a:avLst/>
          </a:prstGeom>
          <a:noFill/>
        </p:spPr>
        <p:txBody>
          <a:bodyPr wrap="square" rtlCol="0">
            <a:sp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According to a study conducted by </a:t>
            </a:r>
            <a:r>
              <a:rPr lang="tr-TR" sz="3200" dirty="0">
                <a:latin typeface="Calibri" panose="020F0502020204030204" pitchFamily="34" charset="0"/>
                <a:ea typeface="Calibri" panose="020F0502020204030204" pitchFamily="34" charset="0"/>
                <a:cs typeface="Calibri" panose="020F0502020204030204" pitchFamily="34" charset="0"/>
              </a:rPr>
              <a:t>Güneş</a:t>
            </a:r>
            <a:r>
              <a:rPr lang="en-GB" sz="3200" dirty="0">
                <a:latin typeface="Calibri" panose="020F0502020204030204" pitchFamily="34" charset="0"/>
                <a:ea typeface="Calibri" panose="020F0502020204030204" pitchFamily="34" charset="0"/>
                <a:cs typeface="Calibri" panose="020F0502020204030204" pitchFamily="34" charset="0"/>
              </a:rPr>
              <a:t> et al. in 2013, aflatoxin contamination in dried figs was detected with over 90% accuracy using reflectance values ​​between NIR 780 nm and 2500 nm. and Linear Discriminant Classifier (LDC) and Logarithmic Linear Classifier (LOGLC) methods were applied. However, using wavelengths between 780 and 2500 </a:t>
            </a:r>
            <a:r>
              <a:rPr lang="en-GB" sz="3200" dirty="0" err="1">
                <a:latin typeface="Calibri" panose="020F0502020204030204" pitchFamily="34" charset="0"/>
                <a:ea typeface="Calibri" panose="020F0502020204030204" pitchFamily="34" charset="0"/>
                <a:cs typeface="Calibri" panose="020F0502020204030204" pitchFamily="34" charset="0"/>
              </a:rPr>
              <a:t>nanometers</a:t>
            </a:r>
            <a:r>
              <a:rPr lang="en-GB" sz="3200" dirty="0">
                <a:latin typeface="Calibri" panose="020F0502020204030204" pitchFamily="34" charset="0"/>
                <a:ea typeface="Calibri" panose="020F0502020204030204" pitchFamily="34" charset="0"/>
                <a:cs typeface="Calibri" panose="020F0502020204030204" pitchFamily="34" charset="0"/>
              </a:rPr>
              <a:t> allows for the analysis of a wide range of components or properties, but acquiring the entire spectrum may take a long time, which could reduce effectiveness in practical applications and may not be suitable for real-time sorting operations.</a:t>
            </a:r>
            <a:endParaRPr lang="tr-TR" sz="3200" dirty="0">
              <a:latin typeface="Calibri" panose="020F0502020204030204" pitchFamily="34" charset="0"/>
              <a:ea typeface="Calibri" panose="020F0502020204030204" pitchFamily="34" charset="0"/>
              <a:cs typeface="Calibri" panose="020F0502020204030204" pitchFamily="34" charset="0"/>
            </a:endParaRPr>
          </a:p>
        </p:txBody>
      </p:sp>
      <p:sp>
        <p:nvSpPr>
          <p:cNvPr id="7" name="Slide Number Placeholder 6">
            <a:extLst>
              <a:ext uri="{FF2B5EF4-FFF2-40B4-BE49-F238E27FC236}">
                <a16:creationId xmlns:a16="http://schemas.microsoft.com/office/drawing/2014/main" id="{C68D5724-45C6-A089-B031-1A267C3F1F0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5</a:t>
            </a:fld>
            <a:endParaRPr lang="en-US"/>
          </a:p>
        </p:txBody>
      </p:sp>
    </p:spTree>
  </p:cSld>
  <p:clrMapOvr>
    <a:masterClrMapping/>
  </p:clrMapOvr>
  <mc:AlternateContent xmlns:mc="http://schemas.openxmlformats.org/markup-compatibility/2006" xmlns:p14="http://schemas.microsoft.com/office/powerpoint/2010/main">
    <mc:Choice Requires="p14">
      <p:transition p14:dur="1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74" name="Google Shape;174;p26"/>
          <p:cNvSpPr txBox="1"/>
          <p:nvPr/>
        </p:nvSpPr>
        <p:spPr>
          <a:xfrm>
            <a:off x="455070" y="3297807"/>
            <a:ext cx="14089188" cy="3453196"/>
          </a:xfrm>
          <a:prstGeom prst="rect">
            <a:avLst/>
          </a:prstGeom>
          <a:noFill/>
          <a:ln>
            <a:noFill/>
          </a:ln>
        </p:spPr>
        <p:txBody>
          <a:bodyPr spcFirstLastPara="1" wrap="square" lIns="219400" tIns="109700" rIns="219400" bIns="109700" anchor="t" anchorCtr="0">
            <a:spAutoFit/>
          </a:bodyPr>
          <a:lstStyle/>
          <a:p>
            <a:pPr marL="0" marR="0" lvl="0" indent="0" algn="l" rtl="0">
              <a:spcBef>
                <a:spcPts val="0"/>
              </a:spcBef>
              <a:spcAft>
                <a:spcPts val="0"/>
              </a:spcAft>
              <a:buNone/>
            </a:pPr>
            <a:r>
              <a:rPr lang="en-GB" sz="3000" dirty="0" err="1">
                <a:solidFill>
                  <a:schemeClr val="tx1"/>
                </a:solidFill>
                <a:latin typeface="Calibri"/>
                <a:ea typeface="Calibri"/>
                <a:cs typeface="Calibri"/>
                <a:sym typeface="Calibri"/>
              </a:rPr>
              <a:t>İpek</a:t>
            </a:r>
            <a:r>
              <a:rPr lang="en-GB" sz="3000" dirty="0">
                <a:solidFill>
                  <a:schemeClr val="tx1"/>
                </a:solidFill>
                <a:latin typeface="Calibri"/>
                <a:ea typeface="Calibri"/>
                <a:cs typeface="Calibri"/>
                <a:sym typeface="Calibri"/>
              </a:rPr>
              <a:t> Baz provided 1.5 kg of fig samples for experiments: 0.5 kg contaminated with aflatoxin and 1 kg healthy. Experts divided the samples into two groups based on UV light: aflatoxin-contaminated and healthy. 14 aflatoxin-contaminated and 25 healthy figs </a:t>
            </a:r>
            <a:r>
              <a:rPr lang="tr-TR" sz="3000" dirty="0" err="1">
                <a:solidFill>
                  <a:schemeClr val="tx1"/>
                </a:solidFill>
                <a:latin typeface="Calibri"/>
                <a:ea typeface="Calibri"/>
                <a:cs typeface="Calibri"/>
                <a:sym typeface="Calibri"/>
              </a:rPr>
              <a:t>were</a:t>
            </a:r>
            <a:r>
              <a:rPr lang="tr-TR" sz="3000" dirty="0">
                <a:solidFill>
                  <a:schemeClr val="tx1"/>
                </a:solidFill>
                <a:latin typeface="Calibri"/>
                <a:ea typeface="Calibri"/>
                <a:cs typeface="Calibri"/>
                <a:sym typeface="Calibri"/>
              </a:rPr>
              <a:t> </a:t>
            </a:r>
            <a:r>
              <a:rPr lang="en-GB" sz="3000" dirty="0">
                <a:solidFill>
                  <a:schemeClr val="tx1"/>
                </a:solidFill>
                <a:latin typeface="Calibri"/>
                <a:ea typeface="Calibri"/>
                <a:cs typeface="Calibri"/>
                <a:sym typeface="Calibri"/>
              </a:rPr>
              <a:t>measured. Fifty spectral data points were taken from each side of the aflatoxin-contaminated figs, and 28 spectral data points were taken from different points on each side of the healthy figs. In total, there are 1400 data points: representing 700 aflatoxin-contaminated and 700 healthy figs.</a:t>
            </a:r>
            <a:endParaRPr sz="3000" dirty="0">
              <a:solidFill>
                <a:schemeClr val="tx1"/>
              </a:solidFill>
            </a:endParaRPr>
          </a:p>
        </p:txBody>
      </p:sp>
      <p:sp>
        <p:nvSpPr>
          <p:cNvPr id="178" name="Google Shape;178;p26"/>
          <p:cNvSpPr/>
          <p:nvPr/>
        </p:nvSpPr>
        <p:spPr>
          <a:xfrm>
            <a:off x="455070" y="2220691"/>
            <a:ext cx="6580260"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r>
              <a:rPr lang="en-US" sz="4000" b="1" dirty="0">
                <a:effectLst/>
                <a:latin typeface="Calibri" panose="020F0502020204030204" pitchFamily="34" charset="0"/>
                <a:ea typeface="Calibri" panose="020F0502020204030204" pitchFamily="34" charset="0"/>
              </a:rPr>
              <a:t>Preparation of the Dataset</a:t>
            </a:r>
            <a:endParaRPr lang="en-US" sz="4000" dirty="0">
              <a:solidFill>
                <a:schemeClr val="dk1"/>
              </a:solidFill>
              <a:latin typeface="Calibri"/>
              <a:ea typeface="Calibri"/>
              <a:cs typeface="Calibri"/>
              <a:sym typeface="Calibri"/>
            </a:endParaRPr>
          </a:p>
        </p:txBody>
      </p:sp>
      <p:sp>
        <p:nvSpPr>
          <p:cNvPr id="186" name="Google Shape;186;p26"/>
          <p:cNvSpPr txBox="1"/>
          <p:nvPr/>
        </p:nvSpPr>
        <p:spPr>
          <a:xfrm>
            <a:off x="932436" y="273049"/>
            <a:ext cx="20934363" cy="1015622"/>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r>
              <a:rPr lang="en-US"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ExtraBold"/>
              </a:rPr>
              <a:t>Goals And </a:t>
            </a:r>
            <a:r>
              <a:rPr lang="en-US"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Objectives</a:t>
            </a:r>
            <a:endParaRPr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Light"/>
            </a:endParaRPr>
          </a:p>
        </p:txBody>
      </p:sp>
      <p:sp>
        <p:nvSpPr>
          <p:cNvPr id="187" name="Google Shape;187;p26"/>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6</a:t>
            </a:fld>
            <a:endParaRPr/>
          </a:p>
        </p:txBody>
      </p:sp>
      <p:pic>
        <p:nvPicPr>
          <p:cNvPr id="188" name="Google Shape;188;p26"/>
          <p:cNvPicPr preferRelativeResize="0"/>
          <p:nvPr/>
        </p:nvPicPr>
        <p:blipFill rotWithShape="1">
          <a:blip r:embed="rId3">
            <a:alphaModFix/>
          </a:blip>
          <a:srcRect/>
          <a:stretch/>
        </p:blipFill>
        <p:spPr>
          <a:xfrm>
            <a:off x="595283" y="11813307"/>
            <a:ext cx="2584065" cy="1739599"/>
          </a:xfrm>
          <a:prstGeom prst="rect">
            <a:avLst/>
          </a:prstGeom>
          <a:noFill/>
          <a:ln>
            <a:noFill/>
          </a:ln>
        </p:spPr>
      </p:pic>
      <p:pic>
        <p:nvPicPr>
          <p:cNvPr id="2" name="Picture 1" descr="A close-up of a fruit&#10;&#10;Description automatically generated">
            <a:extLst>
              <a:ext uri="{FF2B5EF4-FFF2-40B4-BE49-F238E27FC236}">
                <a16:creationId xmlns:a16="http://schemas.microsoft.com/office/drawing/2014/main" id="{885DC22B-AB79-14EF-9315-25E1F2463D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5880487" y="1560747"/>
            <a:ext cx="5076424" cy="4393858"/>
          </a:xfrm>
          <a:prstGeom prst="rect">
            <a:avLst/>
          </a:prstGeom>
          <a:ln w="88900" cap="sq" cmpd="thickThin">
            <a:solidFill>
              <a:srgbClr val="000000"/>
            </a:solidFill>
            <a:prstDash val="solid"/>
            <a:miter lim="800000"/>
          </a:ln>
          <a:effectLst>
            <a:innerShdw blurRad="76200">
              <a:srgbClr val="000000"/>
            </a:innerShdw>
          </a:effectLst>
        </p:spPr>
      </p:pic>
      <p:sp>
        <p:nvSpPr>
          <p:cNvPr id="3" name="Google Shape;178;p26">
            <a:extLst>
              <a:ext uri="{FF2B5EF4-FFF2-40B4-BE49-F238E27FC236}">
                <a16:creationId xmlns:a16="http://schemas.microsoft.com/office/drawing/2014/main" id="{1E1D9879-3066-C963-4094-97802BCD07DF}"/>
              </a:ext>
            </a:extLst>
          </p:cNvPr>
          <p:cNvSpPr/>
          <p:nvPr/>
        </p:nvSpPr>
        <p:spPr>
          <a:xfrm>
            <a:off x="455070" y="7114114"/>
            <a:ext cx="6580260"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r>
              <a:rPr lang="tr-TR" sz="4000" b="1" dirty="0" err="1">
                <a:effectLst/>
                <a:latin typeface="Calibri" panose="020F0502020204030204" pitchFamily="34" charset="0"/>
                <a:ea typeface="Calibri" panose="020F0502020204030204" pitchFamily="34" charset="0"/>
              </a:rPr>
              <a:t>Options</a:t>
            </a:r>
            <a:r>
              <a:rPr lang="tr-TR" sz="4000" b="1" dirty="0">
                <a:effectLst/>
                <a:latin typeface="Calibri" panose="020F0502020204030204" pitchFamily="34" charset="0"/>
                <a:ea typeface="Calibri" panose="020F0502020204030204" pitchFamily="34" charset="0"/>
              </a:rPr>
              <a:t> </a:t>
            </a:r>
            <a:r>
              <a:rPr lang="tr-TR" sz="4000" b="1" dirty="0" err="1">
                <a:effectLst/>
                <a:latin typeface="Calibri" panose="020F0502020204030204" pitchFamily="34" charset="0"/>
                <a:ea typeface="Calibri" panose="020F0502020204030204" pitchFamily="34" charset="0"/>
              </a:rPr>
              <a:t>for</a:t>
            </a:r>
            <a:r>
              <a:rPr lang="tr-TR" sz="4000" b="1" dirty="0">
                <a:effectLst/>
                <a:latin typeface="Calibri" panose="020F0502020204030204" pitchFamily="34" charset="0"/>
                <a:ea typeface="Calibri" panose="020F0502020204030204" pitchFamily="34" charset="0"/>
              </a:rPr>
              <a:t> NIR</a:t>
            </a:r>
            <a:endParaRPr lang="en-US" sz="4000" dirty="0">
              <a:solidFill>
                <a:schemeClr val="dk1"/>
              </a:solidFill>
              <a:latin typeface="Calibri"/>
              <a:ea typeface="Calibri"/>
              <a:cs typeface="Calibri"/>
              <a:sym typeface="Calibri"/>
            </a:endParaRPr>
          </a:p>
        </p:txBody>
      </p:sp>
      <p:sp>
        <p:nvSpPr>
          <p:cNvPr id="4" name="TextBox 3">
            <a:extLst>
              <a:ext uri="{FF2B5EF4-FFF2-40B4-BE49-F238E27FC236}">
                <a16:creationId xmlns:a16="http://schemas.microsoft.com/office/drawing/2014/main" id="{171E7AC9-5801-9F93-4A9C-0459D7449540}"/>
              </a:ext>
            </a:extLst>
          </p:cNvPr>
          <p:cNvSpPr txBox="1"/>
          <p:nvPr/>
        </p:nvSpPr>
        <p:spPr>
          <a:xfrm>
            <a:off x="455070" y="8191230"/>
            <a:ext cx="13837399" cy="3323987"/>
          </a:xfrm>
          <a:prstGeom prst="rect">
            <a:avLst/>
          </a:prstGeom>
          <a:noFill/>
        </p:spPr>
        <p:txBody>
          <a:bodyPr wrap="square" rtlCol="0">
            <a:spAutoFit/>
          </a:bodyPr>
          <a:lstStyle/>
          <a:p>
            <a:r>
              <a:rPr lang="tr-TR" sz="3000" dirty="0" err="1">
                <a:latin typeface="Calibri" panose="020F0502020204030204" pitchFamily="34" charset="0"/>
                <a:ea typeface="Calibri" panose="020F0502020204030204" pitchFamily="34" charset="0"/>
                <a:cs typeface="Calibri" panose="020F0502020204030204" pitchFamily="34" charset="0"/>
              </a:rPr>
              <a:t>It</a:t>
            </a:r>
            <a:r>
              <a:rPr lang="tr-TR" sz="3000" dirty="0">
                <a:latin typeface="Calibri" panose="020F0502020204030204" pitchFamily="34" charset="0"/>
                <a:ea typeface="Calibri" panose="020F0502020204030204" pitchFamily="34" charset="0"/>
                <a:cs typeface="Calibri" panose="020F0502020204030204" pitchFamily="34" charset="0"/>
              </a:rPr>
              <a:t> </a:t>
            </a:r>
            <a:r>
              <a:rPr lang="tr-TR" sz="3000" dirty="0" err="1">
                <a:latin typeface="Calibri" panose="020F0502020204030204" pitchFamily="34" charset="0"/>
                <a:ea typeface="Calibri" panose="020F0502020204030204" pitchFamily="34" charset="0"/>
                <a:cs typeface="Calibri" panose="020F0502020204030204" pitchFamily="34" charset="0"/>
              </a:rPr>
              <a:t>was</a:t>
            </a:r>
            <a:r>
              <a:rPr lang="tr-TR" sz="3000" dirty="0">
                <a:latin typeface="Calibri" panose="020F0502020204030204" pitchFamily="34" charset="0"/>
                <a:ea typeface="Calibri" panose="020F0502020204030204" pitchFamily="34" charset="0"/>
                <a:cs typeface="Calibri" panose="020F0502020204030204" pitchFamily="34" charset="0"/>
              </a:rPr>
              <a:t> </a:t>
            </a:r>
            <a:r>
              <a:rPr lang="en-GB" sz="3000" dirty="0">
                <a:latin typeface="Calibri" panose="020F0502020204030204" pitchFamily="34" charset="0"/>
                <a:ea typeface="Calibri" panose="020F0502020204030204" pitchFamily="34" charset="0"/>
                <a:cs typeface="Calibri" panose="020F0502020204030204" pitchFamily="34" charset="0"/>
              </a:rPr>
              <a:t>tested with various parameters, including resolutions of 228 and 352 and scan numbers of 20 and 40. It was observed that the best result was obtained with 20 epochs and 228 resolution. Trials were conducted with white and black backgrounds during measurements with the NIR device. However, it was observed that the reflected light or ambient light in the room hindered obtaining accurate results during measurements. Therefore, the inappropriate measurement environments also posed a problem. To address this issue, a special box design was used.</a:t>
            </a:r>
          </a:p>
        </p:txBody>
      </p:sp>
      <p:pic>
        <p:nvPicPr>
          <p:cNvPr id="5" name="Picture 4" descr="A black round object with wires&#10;&#10;Description automatically generated">
            <a:extLst>
              <a:ext uri="{FF2B5EF4-FFF2-40B4-BE49-F238E27FC236}">
                <a16:creationId xmlns:a16="http://schemas.microsoft.com/office/drawing/2014/main" id="{C6967E1B-E29F-9F29-D878-4D7F474DCE77}"/>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5880487" y="6840748"/>
            <a:ext cx="5484971" cy="6366741"/>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85B099-D90E-992C-BB40-BA2FB029047B}"/>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a:p>
        </p:txBody>
      </p:sp>
      <p:sp>
        <p:nvSpPr>
          <p:cNvPr id="3" name="Slide Number Placeholder 1">
            <a:extLst>
              <a:ext uri="{FF2B5EF4-FFF2-40B4-BE49-F238E27FC236}">
                <a16:creationId xmlns:a16="http://schemas.microsoft.com/office/drawing/2014/main" id="{6D4D73D8-0660-DF3A-00FB-BAC724AD62C7}"/>
              </a:ext>
            </a:extLst>
          </p:cNvPr>
          <p:cNvSpPr txBox="1">
            <a:spLocks/>
          </p:cNvSpPr>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9pPr>
          </a:lstStyle>
          <a:p>
            <a:fld id="{00000000-1234-1234-1234-123412341234}" type="slidenum">
              <a:rPr lang="en-US" smtClean="0"/>
              <a:pPr/>
              <a:t>7</a:t>
            </a:fld>
            <a:endParaRPr lang="en-US"/>
          </a:p>
        </p:txBody>
      </p:sp>
      <p:sp>
        <p:nvSpPr>
          <p:cNvPr id="7" name="Google Shape;178;p26">
            <a:extLst>
              <a:ext uri="{FF2B5EF4-FFF2-40B4-BE49-F238E27FC236}">
                <a16:creationId xmlns:a16="http://schemas.microsoft.com/office/drawing/2014/main" id="{0761F6E0-9D84-3B4B-11BA-CF8282BA52E8}"/>
              </a:ext>
            </a:extLst>
          </p:cNvPr>
          <p:cNvSpPr/>
          <p:nvPr/>
        </p:nvSpPr>
        <p:spPr>
          <a:xfrm>
            <a:off x="3436810" y="3133559"/>
            <a:ext cx="6580260"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8" name="Google Shape;180;p26">
            <a:extLst>
              <a:ext uri="{FF2B5EF4-FFF2-40B4-BE49-F238E27FC236}">
                <a16:creationId xmlns:a16="http://schemas.microsoft.com/office/drawing/2014/main" id="{84B1168A-E310-8B13-B8A5-386280EEB9A4}"/>
              </a:ext>
            </a:extLst>
          </p:cNvPr>
          <p:cNvSpPr/>
          <p:nvPr/>
        </p:nvSpPr>
        <p:spPr>
          <a:xfrm>
            <a:off x="3637173" y="5450857"/>
            <a:ext cx="5705609"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11" name="Google Shape;186;p26">
            <a:extLst>
              <a:ext uri="{FF2B5EF4-FFF2-40B4-BE49-F238E27FC236}">
                <a16:creationId xmlns:a16="http://schemas.microsoft.com/office/drawing/2014/main" id="{3BA93E66-FC11-111A-C4CF-E98C3361FFA8}"/>
              </a:ext>
            </a:extLst>
          </p:cNvPr>
          <p:cNvSpPr txBox="1"/>
          <p:nvPr/>
        </p:nvSpPr>
        <p:spPr>
          <a:xfrm>
            <a:off x="1149077" y="288104"/>
            <a:ext cx="20934363" cy="923312"/>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ExtraBold"/>
              </a:rPr>
              <a:t>Goals And </a:t>
            </a: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Objectives</a:t>
            </a:r>
            <a:endPar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Light"/>
            </a:endParaRPr>
          </a:p>
        </p:txBody>
      </p:sp>
      <p:sp>
        <p:nvSpPr>
          <p:cNvPr id="12" name="Google Shape;187;p26">
            <a:extLst>
              <a:ext uri="{FF2B5EF4-FFF2-40B4-BE49-F238E27FC236}">
                <a16:creationId xmlns:a16="http://schemas.microsoft.com/office/drawing/2014/main" id="{BF295084-E8C0-EC88-49AA-3D2D0B8162A7}"/>
              </a:ext>
            </a:extLst>
          </p:cNvPr>
          <p:cNvSpPr txBox="1">
            <a:spLocks/>
          </p:cNvSpPr>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9pPr>
          </a:lstStyle>
          <a:p>
            <a:fld id="{00000000-1234-1234-1234-123412341234}" type="slidenum">
              <a:rPr lang="en-US" smtClean="0"/>
              <a:pPr/>
              <a:t>7</a:t>
            </a:fld>
            <a:endParaRPr lang="en-US"/>
          </a:p>
        </p:txBody>
      </p:sp>
      <p:pic>
        <p:nvPicPr>
          <p:cNvPr id="13" name="Google Shape;188;p26">
            <a:extLst>
              <a:ext uri="{FF2B5EF4-FFF2-40B4-BE49-F238E27FC236}">
                <a16:creationId xmlns:a16="http://schemas.microsoft.com/office/drawing/2014/main" id="{F446B794-DC8B-7096-6799-539EFA3B3DDF}"/>
              </a:ext>
            </a:extLst>
          </p:cNvPr>
          <p:cNvPicPr preferRelativeResize="0"/>
          <p:nvPr/>
        </p:nvPicPr>
        <p:blipFill rotWithShape="1">
          <a:blip r:embed="rId2">
            <a:alphaModFix/>
          </a:blip>
          <a:srcRect/>
          <a:stretch/>
        </p:blipFill>
        <p:spPr>
          <a:xfrm>
            <a:off x="1282540" y="11467890"/>
            <a:ext cx="2584065" cy="1739599"/>
          </a:xfrm>
          <a:prstGeom prst="rect">
            <a:avLst/>
          </a:prstGeom>
          <a:noFill/>
          <a:ln>
            <a:noFill/>
          </a:ln>
        </p:spPr>
      </p:pic>
      <p:sp>
        <p:nvSpPr>
          <p:cNvPr id="16" name="Google Shape;178;p26">
            <a:extLst>
              <a:ext uri="{FF2B5EF4-FFF2-40B4-BE49-F238E27FC236}">
                <a16:creationId xmlns:a16="http://schemas.microsoft.com/office/drawing/2014/main" id="{F7F35202-8D31-1217-EB9A-FCB85F59CED3}"/>
              </a:ext>
            </a:extLst>
          </p:cNvPr>
          <p:cNvSpPr/>
          <p:nvPr/>
        </p:nvSpPr>
        <p:spPr>
          <a:xfrm>
            <a:off x="547188" y="1812029"/>
            <a:ext cx="7494099"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r>
              <a:rPr lang="tr-TR" sz="4000" b="1" dirty="0" err="1">
                <a:effectLst/>
                <a:latin typeface="Calibri" panose="020F0502020204030204" pitchFamily="34" charset="0"/>
                <a:ea typeface="Calibri" panose="020F0502020204030204" pitchFamily="34" charset="0"/>
              </a:rPr>
              <a:t>Spectroscopic</a:t>
            </a:r>
            <a:r>
              <a:rPr lang="tr-TR" sz="4000" b="1" dirty="0">
                <a:effectLst/>
                <a:latin typeface="Calibri" panose="020F0502020204030204" pitchFamily="34" charset="0"/>
                <a:ea typeface="Calibri" panose="020F0502020204030204" pitchFamily="34" charset="0"/>
              </a:rPr>
              <a:t> </a:t>
            </a:r>
            <a:r>
              <a:rPr lang="tr-TR" sz="4000" b="1" dirty="0" err="1">
                <a:effectLst/>
                <a:latin typeface="Calibri" panose="020F0502020204030204" pitchFamily="34" charset="0"/>
                <a:ea typeface="Calibri" panose="020F0502020204030204" pitchFamily="34" charset="0"/>
              </a:rPr>
              <a:t>Measurements</a:t>
            </a:r>
            <a:endParaRPr lang="en-US" sz="4000" dirty="0">
              <a:solidFill>
                <a:schemeClr val="dk1"/>
              </a:solidFill>
              <a:latin typeface="Calibri"/>
              <a:ea typeface="Calibri"/>
              <a:cs typeface="Calibri"/>
              <a:sym typeface="Calibri"/>
            </a:endParaRPr>
          </a:p>
        </p:txBody>
      </p:sp>
      <p:sp>
        <p:nvSpPr>
          <p:cNvPr id="17" name="TextBox 16">
            <a:extLst>
              <a:ext uri="{FF2B5EF4-FFF2-40B4-BE49-F238E27FC236}">
                <a16:creationId xmlns:a16="http://schemas.microsoft.com/office/drawing/2014/main" id="{0CDEA550-7EA1-4293-7A67-3A9C52690FCC}"/>
              </a:ext>
            </a:extLst>
          </p:cNvPr>
          <p:cNvSpPr txBox="1"/>
          <p:nvPr/>
        </p:nvSpPr>
        <p:spPr>
          <a:xfrm>
            <a:off x="655852" y="2846901"/>
            <a:ext cx="11150795" cy="3785652"/>
          </a:xfrm>
          <a:prstGeom prst="rect">
            <a:avLst/>
          </a:prstGeom>
          <a:noFill/>
        </p:spPr>
        <p:txBody>
          <a:bodyPr wrap="square" rtlCol="0">
            <a:spAutoFit/>
          </a:bodyPr>
          <a:lstStyle/>
          <a:p>
            <a:r>
              <a:rPr lang="en-GB" sz="3000" dirty="0">
                <a:latin typeface="Calibri" panose="020F0502020204030204" pitchFamily="34" charset="0"/>
                <a:ea typeface="Calibri" panose="020F0502020204030204" pitchFamily="34" charset="0"/>
                <a:cs typeface="Calibri" panose="020F0502020204030204" pitchFamily="34" charset="0"/>
              </a:rPr>
              <a:t>After a comprehensive review of the literature and experiments, it was determined that the spectrometer wavelength range of the DLP NIR scanning nano measurement device is between 900-1800 nm. Spectral data were found to be recorded in three different formats: </a:t>
            </a:r>
            <a:r>
              <a:rPr lang="tr-TR" sz="3000" dirty="0" err="1">
                <a:latin typeface="Calibri" panose="020F0502020204030204" pitchFamily="34" charset="0"/>
                <a:ea typeface="Calibri" panose="020F0502020204030204" pitchFamily="34" charset="0"/>
                <a:cs typeface="Calibri" panose="020F0502020204030204" pitchFamily="34" charset="0"/>
              </a:rPr>
              <a:t>absorbance</a:t>
            </a:r>
            <a:r>
              <a:rPr lang="en-GB" sz="3000" dirty="0">
                <a:latin typeface="Calibri" panose="020F0502020204030204" pitchFamily="34" charset="0"/>
                <a:ea typeface="Calibri" panose="020F0502020204030204" pitchFamily="34" charset="0"/>
                <a:cs typeface="Calibri" panose="020F0502020204030204" pitchFamily="34" charset="0"/>
              </a:rPr>
              <a:t>, </a:t>
            </a:r>
            <a:r>
              <a:rPr lang="tr-TR" sz="3000" dirty="0" err="1">
                <a:latin typeface="Calibri" panose="020F0502020204030204" pitchFamily="34" charset="0"/>
                <a:ea typeface="Calibri" panose="020F0502020204030204" pitchFamily="34" charset="0"/>
                <a:cs typeface="Calibri" panose="020F0502020204030204" pitchFamily="34" charset="0"/>
              </a:rPr>
              <a:t>reflactance</a:t>
            </a:r>
            <a:r>
              <a:rPr lang="en-GB" sz="3000" dirty="0">
                <a:latin typeface="Calibri" panose="020F0502020204030204" pitchFamily="34" charset="0"/>
                <a:ea typeface="Calibri" panose="020F0502020204030204" pitchFamily="34" charset="0"/>
                <a:cs typeface="Calibri" panose="020F0502020204030204" pitchFamily="34" charset="0"/>
              </a:rPr>
              <a:t>, and intensity. Subsequently, the most effective classification for dried figs was achieved using absorption values.</a:t>
            </a:r>
            <a:endParaRPr lang="tr-TR" sz="3000" dirty="0">
              <a:latin typeface="Calibri" panose="020F0502020204030204" pitchFamily="34" charset="0"/>
              <a:ea typeface="Calibri" panose="020F0502020204030204" pitchFamily="34" charset="0"/>
              <a:cs typeface="Calibri" panose="020F0502020204030204" pitchFamily="34" charset="0"/>
            </a:endParaRPr>
          </a:p>
          <a:p>
            <a:endParaRPr lang="en-GB" sz="3000" dirty="0">
              <a:latin typeface="Calibri" panose="020F0502020204030204" pitchFamily="34" charset="0"/>
              <a:ea typeface="Calibri" panose="020F0502020204030204" pitchFamily="34" charset="0"/>
              <a:cs typeface="Calibri" panose="020F0502020204030204" pitchFamily="34" charset="0"/>
            </a:endParaRPr>
          </a:p>
        </p:txBody>
      </p:sp>
      <p:pic>
        <p:nvPicPr>
          <p:cNvPr id="24" name="Picture 23" descr="A blue line drawn on a white background&#10;&#10;Description automatically generated">
            <a:extLst>
              <a:ext uri="{FF2B5EF4-FFF2-40B4-BE49-F238E27FC236}">
                <a16:creationId xmlns:a16="http://schemas.microsoft.com/office/drawing/2014/main" id="{0F9CD7F4-D465-C4F4-47D8-002D5142B858}"/>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2541875" y="1565836"/>
            <a:ext cx="4975582" cy="4975582"/>
          </a:xfrm>
          <a:prstGeom prst="rect">
            <a:avLst/>
          </a:prstGeom>
          <a:ln w="88900" cap="sq" cmpd="thickThin">
            <a:solidFill>
              <a:srgbClr val="000000"/>
            </a:solidFill>
            <a:prstDash val="solid"/>
            <a:miter lim="800000"/>
          </a:ln>
          <a:effectLst>
            <a:innerShdw blurRad="76200">
              <a:srgbClr val="000000"/>
            </a:innerShdw>
          </a:effectLst>
        </p:spPr>
      </p:pic>
      <p:pic>
        <p:nvPicPr>
          <p:cNvPr id="25" name="Picture 24" descr="A blue line drawn on a white background&#10;&#10;Description automatically generated">
            <a:extLst>
              <a:ext uri="{FF2B5EF4-FFF2-40B4-BE49-F238E27FC236}">
                <a16:creationId xmlns:a16="http://schemas.microsoft.com/office/drawing/2014/main" id="{22E06B48-77E5-9936-2579-C0B4E010DF2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18109096" y="1552296"/>
            <a:ext cx="4975582" cy="4975582"/>
          </a:xfrm>
          <a:prstGeom prst="rect">
            <a:avLst/>
          </a:prstGeom>
          <a:ln w="88900" cap="sq" cmpd="thickThin">
            <a:solidFill>
              <a:srgbClr val="000000"/>
            </a:solidFill>
            <a:prstDash val="solid"/>
            <a:miter lim="800000"/>
          </a:ln>
          <a:effectLst>
            <a:innerShdw blurRad="76200">
              <a:srgbClr val="000000"/>
            </a:innerShdw>
          </a:effectLst>
        </p:spPr>
      </p:pic>
      <p:sp>
        <p:nvSpPr>
          <p:cNvPr id="30" name="TextBox 29">
            <a:extLst>
              <a:ext uri="{FF2B5EF4-FFF2-40B4-BE49-F238E27FC236}">
                <a16:creationId xmlns:a16="http://schemas.microsoft.com/office/drawing/2014/main" id="{AF66CAEA-A22A-92F1-B904-65F76117AF9B}"/>
              </a:ext>
            </a:extLst>
          </p:cNvPr>
          <p:cNvSpPr txBox="1"/>
          <p:nvPr/>
        </p:nvSpPr>
        <p:spPr>
          <a:xfrm>
            <a:off x="12775705" y="6937763"/>
            <a:ext cx="5333391" cy="830997"/>
          </a:xfrm>
          <a:prstGeom prst="rect">
            <a:avLst/>
          </a:prstGeom>
          <a:noFill/>
        </p:spPr>
        <p:txBody>
          <a:bodyPr wrap="square" rtlCol="0">
            <a:spAutoFit/>
          </a:bodyPr>
          <a:lstStyle/>
          <a:p>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Dried</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Figs</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with</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Aflatoxin</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Absorbance</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graph</a:t>
            </a:r>
            <a:endParaRPr lang="en-GB" sz="2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
        <p:nvSpPr>
          <p:cNvPr id="32" name="TextBox 31">
            <a:extLst>
              <a:ext uri="{FF2B5EF4-FFF2-40B4-BE49-F238E27FC236}">
                <a16:creationId xmlns:a16="http://schemas.microsoft.com/office/drawing/2014/main" id="{86735BF4-BCDF-041D-ED7C-65D9A2DB19FA}"/>
              </a:ext>
            </a:extLst>
          </p:cNvPr>
          <p:cNvSpPr txBox="1"/>
          <p:nvPr/>
        </p:nvSpPr>
        <p:spPr>
          <a:xfrm>
            <a:off x="18253039" y="6874488"/>
            <a:ext cx="5133804" cy="830997"/>
          </a:xfrm>
          <a:prstGeom prst="rect">
            <a:avLst/>
          </a:prstGeom>
          <a:noFill/>
        </p:spPr>
        <p:txBody>
          <a:bodyPr wrap="square" rtlCol="0">
            <a:spAutoFit/>
          </a:bodyPr>
          <a:lstStyle/>
          <a:p>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Healthy</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Dried</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Figs</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with</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Absorbance</a:t>
            </a:r>
            <a:r>
              <a:rPr lang="tr-TR" sz="2400" dirty="0">
                <a:solidFill>
                  <a:schemeClr val="accent1"/>
                </a:solidFill>
                <a:latin typeface="Calibri" panose="020F0502020204030204" pitchFamily="34" charset="0"/>
                <a:ea typeface="Calibri" panose="020F0502020204030204" pitchFamily="34" charset="0"/>
                <a:cs typeface="Calibri" panose="020F0502020204030204" pitchFamily="34" charset="0"/>
              </a:rPr>
              <a:t> </a:t>
            </a:r>
            <a:r>
              <a:rPr lang="tr-TR" sz="2400" dirty="0" err="1">
                <a:solidFill>
                  <a:schemeClr val="accent1"/>
                </a:solidFill>
                <a:latin typeface="Calibri" panose="020F0502020204030204" pitchFamily="34" charset="0"/>
                <a:ea typeface="Calibri" panose="020F0502020204030204" pitchFamily="34" charset="0"/>
                <a:cs typeface="Calibri" panose="020F0502020204030204" pitchFamily="34" charset="0"/>
              </a:rPr>
              <a:t>graph</a:t>
            </a:r>
            <a:endParaRPr lang="en-GB" sz="2400" dirty="0">
              <a:solidFill>
                <a:schemeClr val="accent1"/>
              </a:solidFill>
              <a:latin typeface="Calibri" panose="020F0502020204030204" pitchFamily="34" charset="0"/>
              <a:ea typeface="Calibri" panose="020F0502020204030204" pitchFamily="34" charset="0"/>
              <a:cs typeface="Calibri" panose="020F0502020204030204" pitchFamily="34" charset="0"/>
            </a:endParaRPr>
          </a:p>
        </p:txBody>
      </p:sp>
      <p:sp>
        <p:nvSpPr>
          <p:cNvPr id="33" name="Google Shape;182;p26">
            <a:extLst>
              <a:ext uri="{FF2B5EF4-FFF2-40B4-BE49-F238E27FC236}">
                <a16:creationId xmlns:a16="http://schemas.microsoft.com/office/drawing/2014/main" id="{52B00093-074B-1C0B-159B-B18EB4B541EF}"/>
              </a:ext>
            </a:extLst>
          </p:cNvPr>
          <p:cNvSpPr/>
          <p:nvPr/>
        </p:nvSpPr>
        <p:spPr>
          <a:xfrm>
            <a:off x="567599" y="6223758"/>
            <a:ext cx="8795594"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r>
              <a:rPr lang="en-GB" sz="4000" b="1" dirty="0">
                <a:effectLst/>
                <a:latin typeface="Calibri" panose="020F0502020204030204" pitchFamily="34" charset="0"/>
                <a:ea typeface="Calibri" panose="020F0502020204030204" pitchFamily="34" charset="0"/>
              </a:rPr>
              <a:t>Training of Deep Learning Models</a:t>
            </a:r>
            <a:endParaRPr sz="4000" b="1" dirty="0">
              <a:solidFill>
                <a:schemeClr val="dk1"/>
              </a:solidFill>
              <a:latin typeface="Calibri"/>
              <a:ea typeface="Calibri"/>
              <a:cs typeface="Calibri"/>
              <a:sym typeface="Calibri"/>
            </a:endParaRPr>
          </a:p>
        </p:txBody>
      </p:sp>
      <p:sp>
        <p:nvSpPr>
          <p:cNvPr id="34" name="TextBox 33">
            <a:extLst>
              <a:ext uri="{FF2B5EF4-FFF2-40B4-BE49-F238E27FC236}">
                <a16:creationId xmlns:a16="http://schemas.microsoft.com/office/drawing/2014/main" id="{DB48730D-86DA-11D8-B9C3-FE4F8F9B7EBE}"/>
              </a:ext>
            </a:extLst>
          </p:cNvPr>
          <p:cNvSpPr txBox="1"/>
          <p:nvPr/>
        </p:nvSpPr>
        <p:spPr>
          <a:xfrm>
            <a:off x="655852" y="6981814"/>
            <a:ext cx="11536351" cy="4708981"/>
          </a:xfrm>
          <a:prstGeom prst="rect">
            <a:avLst/>
          </a:prstGeom>
          <a:noFill/>
        </p:spPr>
        <p:txBody>
          <a:bodyPr wrap="square" rtlCol="0">
            <a:spAutoFit/>
          </a:bodyPr>
          <a:lstStyle/>
          <a:p>
            <a:r>
              <a:rPr lang="en-GB" sz="3000" dirty="0">
                <a:latin typeface="Calibri" panose="020F0502020204030204" pitchFamily="34" charset="0"/>
                <a:ea typeface="Calibri" panose="020F0502020204030204" pitchFamily="34" charset="0"/>
                <a:cs typeface="Calibri" panose="020F0502020204030204" pitchFamily="34" charset="0"/>
              </a:rPr>
              <a:t>The spectral data collected with the NIR device were converted into .</a:t>
            </a:r>
            <a:r>
              <a:rPr lang="en-GB" sz="3000" dirty="0" err="1">
                <a:latin typeface="Calibri" panose="020F0502020204030204" pitchFamily="34" charset="0"/>
                <a:ea typeface="Calibri" panose="020F0502020204030204" pitchFamily="34" charset="0"/>
                <a:cs typeface="Calibri" panose="020F0502020204030204" pitchFamily="34" charset="0"/>
              </a:rPr>
              <a:t>png</a:t>
            </a:r>
            <a:r>
              <a:rPr lang="en-GB" sz="3000" dirty="0">
                <a:latin typeface="Calibri" panose="020F0502020204030204" pitchFamily="34" charset="0"/>
                <a:ea typeface="Calibri" panose="020F0502020204030204" pitchFamily="34" charset="0"/>
                <a:cs typeface="Calibri" panose="020F0502020204030204" pitchFamily="34" charset="0"/>
              </a:rPr>
              <a:t> images through appropriate procedures. Each image represents the absorption of light at different wavelengths. Pre-processing steps such as normalization and resizing were applied to the obtained .</a:t>
            </a:r>
            <a:r>
              <a:rPr lang="en-GB" sz="3000" dirty="0" err="1">
                <a:latin typeface="Calibri" panose="020F0502020204030204" pitchFamily="34" charset="0"/>
                <a:ea typeface="Calibri" panose="020F0502020204030204" pitchFamily="34" charset="0"/>
                <a:cs typeface="Calibri" panose="020F0502020204030204" pitchFamily="34" charset="0"/>
              </a:rPr>
              <a:t>png</a:t>
            </a:r>
            <a:r>
              <a:rPr lang="en-GB" sz="3000" dirty="0">
                <a:latin typeface="Calibri" panose="020F0502020204030204" pitchFamily="34" charset="0"/>
                <a:ea typeface="Calibri" panose="020F0502020204030204" pitchFamily="34" charset="0"/>
                <a:cs typeface="Calibri" panose="020F0502020204030204" pitchFamily="34" charset="0"/>
              </a:rPr>
              <a:t> images. Additionally, data augmentation was performed.</a:t>
            </a:r>
            <a:endParaRPr lang="tr-TR" sz="3000" dirty="0">
              <a:latin typeface="Calibri" panose="020F0502020204030204" pitchFamily="34" charset="0"/>
              <a:ea typeface="Calibri" panose="020F0502020204030204" pitchFamily="34" charset="0"/>
              <a:cs typeface="Calibri" panose="020F0502020204030204" pitchFamily="34" charset="0"/>
            </a:endParaRPr>
          </a:p>
          <a:p>
            <a:endParaRPr lang="tr-TR" sz="3000" dirty="0">
              <a:latin typeface="Calibri" panose="020F0502020204030204" pitchFamily="34" charset="0"/>
              <a:ea typeface="Calibri" panose="020F0502020204030204" pitchFamily="34" charset="0"/>
              <a:cs typeface="Calibri" panose="020F0502020204030204" pitchFamily="34" charset="0"/>
            </a:endParaRPr>
          </a:p>
          <a:p>
            <a:r>
              <a:rPr lang="en-GB" sz="3000" dirty="0">
                <a:latin typeface="Calibri" panose="020F0502020204030204" pitchFamily="34" charset="0"/>
                <a:ea typeface="Calibri" panose="020F0502020204030204" pitchFamily="34" charset="0"/>
                <a:cs typeface="Calibri" panose="020F0502020204030204" pitchFamily="34" charset="0"/>
              </a:rPr>
              <a:t>Eighty percent of the collected data were allocated for training, 10% for validation, and the remaining 10% for testing. The parameters, layers, hyperparameters, and optimizer configurations of the model were optimized for the best performance.</a:t>
            </a:r>
          </a:p>
        </p:txBody>
      </p:sp>
      <p:pic>
        <p:nvPicPr>
          <p:cNvPr id="4" name="Picture 3" descr="A diagram of a data flow&#10;&#10;Description automatically generated">
            <a:extLst>
              <a:ext uri="{FF2B5EF4-FFF2-40B4-BE49-F238E27FC236}">
                <a16:creationId xmlns:a16="http://schemas.microsoft.com/office/drawing/2014/main" id="{21E2F512-DE25-D731-CA28-9A6B8E3F6D0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337460" y="8286667"/>
            <a:ext cx="9747217" cy="4556627"/>
          </a:xfrm>
          <a:prstGeom prst="rect">
            <a:avLst/>
          </a:prstGeom>
        </p:spPr>
      </p:pic>
    </p:spTree>
    <p:extLst>
      <p:ext uri="{BB962C8B-B14F-4D97-AF65-F5344CB8AC3E}">
        <p14:creationId xmlns:p14="http://schemas.microsoft.com/office/powerpoint/2010/main" val="36742437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931EDE1-07B3-3CCD-3F98-96FBA8574C1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a:p>
        </p:txBody>
      </p:sp>
      <p:pic>
        <p:nvPicPr>
          <p:cNvPr id="3" name="Picture 2" descr="A graph of different colored lines&#10;&#10;Description automatically generated">
            <a:extLst>
              <a:ext uri="{FF2B5EF4-FFF2-40B4-BE49-F238E27FC236}">
                <a16:creationId xmlns:a16="http://schemas.microsoft.com/office/drawing/2014/main" id="{6C584A2B-B903-6CB2-6E77-10B869E54C0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235" y="4746111"/>
            <a:ext cx="10179262" cy="6693136"/>
          </a:xfrm>
          <a:prstGeom prst="rect">
            <a:avLst/>
          </a:prstGeom>
          <a:ln w="88900" cap="sq" cmpd="thickThin">
            <a:solidFill>
              <a:srgbClr val="000000"/>
            </a:solidFill>
            <a:prstDash val="solid"/>
            <a:miter lim="800000"/>
          </a:ln>
          <a:effectLst>
            <a:innerShdw blurRad="76200">
              <a:srgbClr val="000000"/>
            </a:innerShdw>
          </a:effectLst>
        </p:spPr>
      </p:pic>
      <p:pic>
        <p:nvPicPr>
          <p:cNvPr id="4" name="Picture 3" descr="A graph of different colored lines&#10;&#10;Description automatically generated">
            <a:extLst>
              <a:ext uri="{FF2B5EF4-FFF2-40B4-BE49-F238E27FC236}">
                <a16:creationId xmlns:a16="http://schemas.microsoft.com/office/drawing/2014/main" id="{DCA1A43C-EEFE-B5D9-E797-30217FC8C0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22368" y="4746111"/>
            <a:ext cx="10837028" cy="6693136"/>
          </a:xfrm>
          <a:prstGeom prst="rect">
            <a:avLst/>
          </a:prstGeom>
          <a:ln w="88900" cap="sq" cmpd="thickThin">
            <a:solidFill>
              <a:srgbClr val="000000"/>
            </a:solidFill>
            <a:prstDash val="solid"/>
            <a:miter lim="800000"/>
          </a:ln>
          <a:effectLst>
            <a:innerShdw blurRad="76200">
              <a:srgbClr val="000000"/>
            </a:innerShdw>
          </a:effectLst>
        </p:spPr>
      </p:pic>
      <p:sp>
        <p:nvSpPr>
          <p:cNvPr id="5" name="TextBox 4">
            <a:extLst>
              <a:ext uri="{FF2B5EF4-FFF2-40B4-BE49-F238E27FC236}">
                <a16:creationId xmlns:a16="http://schemas.microsoft.com/office/drawing/2014/main" id="{AC1B315F-F8A1-C5A1-F6C2-8EAD7B8397B4}"/>
              </a:ext>
            </a:extLst>
          </p:cNvPr>
          <p:cNvSpPr txBox="1"/>
          <p:nvPr/>
        </p:nvSpPr>
        <p:spPr>
          <a:xfrm>
            <a:off x="1861217" y="2819000"/>
            <a:ext cx="20655215" cy="584775"/>
          </a:xfrm>
          <a:prstGeom prst="rect">
            <a:avLst/>
          </a:prstGeom>
          <a:noFill/>
        </p:spPr>
        <p:txBody>
          <a:bodyPr wrap="square" rtlCol="0">
            <a:spAutoFit/>
          </a:bodyPr>
          <a:lstStyle/>
          <a:p>
            <a:r>
              <a:rPr lang="en-GB" sz="3200" dirty="0">
                <a:latin typeface="Calibri" panose="020F0502020204030204" pitchFamily="34" charset="0"/>
                <a:ea typeface="Calibri" panose="020F0502020204030204" pitchFamily="34" charset="0"/>
                <a:cs typeface="Calibri" panose="020F0502020204030204" pitchFamily="34" charset="0"/>
              </a:rPr>
              <a:t>As seen in the graphs below, the absorbance values of 500 aflatoxin-contaminated and 500 healthy dried figs are shown.</a:t>
            </a:r>
          </a:p>
        </p:txBody>
      </p:sp>
      <p:sp>
        <p:nvSpPr>
          <p:cNvPr id="6" name="Google Shape;186;p26">
            <a:extLst>
              <a:ext uri="{FF2B5EF4-FFF2-40B4-BE49-F238E27FC236}">
                <a16:creationId xmlns:a16="http://schemas.microsoft.com/office/drawing/2014/main" id="{09D8BEA8-BB60-FB3C-8EA8-F9191C1453BB}"/>
              </a:ext>
            </a:extLst>
          </p:cNvPr>
          <p:cNvSpPr txBox="1"/>
          <p:nvPr/>
        </p:nvSpPr>
        <p:spPr>
          <a:xfrm>
            <a:off x="1221235" y="644756"/>
            <a:ext cx="20934363" cy="923312"/>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ExtraBold"/>
              </a:rPr>
              <a:t>Goals And </a:t>
            </a: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Objectives</a:t>
            </a:r>
            <a:endPar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Light"/>
            </a:endParaRPr>
          </a:p>
        </p:txBody>
      </p:sp>
    </p:spTree>
    <p:extLst>
      <p:ext uri="{BB962C8B-B14F-4D97-AF65-F5344CB8AC3E}">
        <p14:creationId xmlns:p14="http://schemas.microsoft.com/office/powerpoint/2010/main" val="2736051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505B99-B016-2D7B-E82F-0DBC4F3B394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sp>
        <p:nvSpPr>
          <p:cNvPr id="5" name="Google Shape;176;p26">
            <a:extLst>
              <a:ext uri="{FF2B5EF4-FFF2-40B4-BE49-F238E27FC236}">
                <a16:creationId xmlns:a16="http://schemas.microsoft.com/office/drawing/2014/main" id="{D94FABD1-00CD-DD1A-D1B2-3FE080274388}"/>
              </a:ext>
            </a:extLst>
          </p:cNvPr>
          <p:cNvSpPr txBox="1"/>
          <p:nvPr/>
        </p:nvSpPr>
        <p:spPr>
          <a:xfrm>
            <a:off x="1283011" y="4949071"/>
            <a:ext cx="14082885" cy="2683755"/>
          </a:xfrm>
          <a:prstGeom prst="rect">
            <a:avLst/>
          </a:prstGeom>
          <a:noFill/>
          <a:ln>
            <a:noFill/>
          </a:ln>
        </p:spPr>
        <p:txBody>
          <a:bodyPr spcFirstLastPara="1" wrap="square" lIns="219400" tIns="109700" rIns="219400" bIns="109700" anchor="t" anchorCtr="0">
            <a:spAutoFit/>
          </a:bodyPr>
          <a:lstStyle/>
          <a:p>
            <a:pPr marL="0" marR="0" lvl="0" indent="0" algn="l" rtl="0">
              <a:spcBef>
                <a:spcPts val="0"/>
              </a:spcBef>
              <a:spcAft>
                <a:spcPts val="0"/>
              </a:spcAft>
              <a:buNone/>
            </a:pPr>
            <a:r>
              <a:rPr lang="en-GB" sz="3200" dirty="0">
                <a:latin typeface="Calibri" panose="020F0502020204030204" pitchFamily="34" charset="0"/>
                <a:ea typeface="Calibri" panose="020F0502020204030204" pitchFamily="34" charset="0"/>
                <a:cs typeface="Calibri" panose="020F0502020204030204" pitchFamily="34" charset="0"/>
              </a:rPr>
              <a:t>The trained models were saved as H5 files. These files </a:t>
            </a:r>
            <a:r>
              <a:rPr lang="tr-TR" sz="3200" dirty="0" err="1">
                <a:latin typeface="Calibri" panose="020F0502020204030204" pitchFamily="34" charset="0"/>
                <a:ea typeface="Calibri" panose="020F0502020204030204" pitchFamily="34" charset="0"/>
                <a:cs typeface="Calibri" panose="020F0502020204030204" pitchFamily="34" charset="0"/>
              </a:rPr>
              <a:t>were</a:t>
            </a:r>
            <a:r>
              <a:rPr lang="tr-TR" sz="3200" dirty="0">
                <a:latin typeface="Calibri" panose="020F0502020204030204" pitchFamily="34" charset="0"/>
                <a:ea typeface="Calibri" panose="020F0502020204030204" pitchFamily="34" charset="0"/>
                <a:cs typeface="Calibri" panose="020F0502020204030204" pitchFamily="34" charset="0"/>
              </a:rPr>
              <a:t> </a:t>
            </a:r>
            <a:r>
              <a:rPr lang="en-GB" sz="3200" dirty="0">
                <a:latin typeface="Calibri" panose="020F0502020204030204" pitchFamily="34" charset="0"/>
                <a:ea typeface="Calibri" panose="020F0502020204030204" pitchFamily="34" charset="0"/>
                <a:cs typeface="Calibri" panose="020F0502020204030204" pitchFamily="34" charset="0"/>
              </a:rPr>
              <a:t>executed on a Raspberry Pi, which will automatically classify healthy and aflatoxin-contaminated dried figs and produce results accordingly. The goal is to connect the saved and trained model to the Raspberry Pi with all its parameters intact, thus enabling it to function and produce results.</a:t>
            </a:r>
            <a:endParaRPr sz="3200" dirty="0">
              <a:latin typeface="Calibri" panose="020F0502020204030204" pitchFamily="34" charset="0"/>
              <a:ea typeface="Calibri" panose="020F0502020204030204" pitchFamily="34" charset="0"/>
              <a:cs typeface="Calibri" panose="020F0502020204030204" pitchFamily="34" charset="0"/>
            </a:endParaRPr>
          </a:p>
        </p:txBody>
      </p:sp>
      <p:sp>
        <p:nvSpPr>
          <p:cNvPr id="7" name="Google Shape;178;p26">
            <a:extLst>
              <a:ext uri="{FF2B5EF4-FFF2-40B4-BE49-F238E27FC236}">
                <a16:creationId xmlns:a16="http://schemas.microsoft.com/office/drawing/2014/main" id="{F33249BD-1102-E71E-E158-54DD45AAC080}"/>
              </a:ext>
            </a:extLst>
          </p:cNvPr>
          <p:cNvSpPr/>
          <p:nvPr/>
        </p:nvSpPr>
        <p:spPr>
          <a:xfrm>
            <a:off x="3436810" y="3133559"/>
            <a:ext cx="6580260"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9" name="Google Shape;180;p26">
            <a:extLst>
              <a:ext uri="{FF2B5EF4-FFF2-40B4-BE49-F238E27FC236}">
                <a16:creationId xmlns:a16="http://schemas.microsoft.com/office/drawing/2014/main" id="{B9D8083F-118B-B7E8-2556-9CFB9A85B817}"/>
              </a:ext>
            </a:extLst>
          </p:cNvPr>
          <p:cNvSpPr/>
          <p:nvPr/>
        </p:nvSpPr>
        <p:spPr>
          <a:xfrm>
            <a:off x="3637173" y="5450857"/>
            <a:ext cx="5705609"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endParaRPr sz="2800" dirty="0">
              <a:solidFill>
                <a:schemeClr val="dk1"/>
              </a:solidFill>
              <a:latin typeface="Calibri"/>
              <a:ea typeface="Calibri"/>
              <a:cs typeface="Calibri"/>
              <a:sym typeface="Calibri"/>
            </a:endParaRPr>
          </a:p>
        </p:txBody>
      </p:sp>
      <p:sp>
        <p:nvSpPr>
          <p:cNvPr id="11" name="Google Shape;182;p26">
            <a:extLst>
              <a:ext uri="{FF2B5EF4-FFF2-40B4-BE49-F238E27FC236}">
                <a16:creationId xmlns:a16="http://schemas.microsoft.com/office/drawing/2014/main" id="{4F00A3CF-A06E-C13F-C899-DDDFD38C046B}"/>
              </a:ext>
            </a:extLst>
          </p:cNvPr>
          <p:cNvSpPr/>
          <p:nvPr/>
        </p:nvSpPr>
        <p:spPr>
          <a:xfrm>
            <a:off x="1282540" y="3789054"/>
            <a:ext cx="9632295" cy="714005"/>
          </a:xfrm>
          <a:prstGeom prst="rect">
            <a:avLst/>
          </a:prstGeom>
          <a:noFill/>
          <a:ln>
            <a:noFill/>
          </a:ln>
        </p:spPr>
        <p:txBody>
          <a:bodyPr spcFirstLastPara="1" wrap="square" lIns="219400" tIns="109700" rIns="219400" bIns="109700" anchor="t" anchorCtr="0">
            <a:noAutofit/>
          </a:bodyPr>
          <a:lstStyle/>
          <a:p>
            <a:pPr marL="0" marR="0" lvl="0" indent="0" algn="l" rtl="0">
              <a:spcBef>
                <a:spcPts val="0"/>
              </a:spcBef>
              <a:spcAft>
                <a:spcPts val="0"/>
              </a:spcAft>
              <a:buNone/>
            </a:pPr>
            <a:r>
              <a:rPr lang="en-US" sz="4000" b="1" dirty="0">
                <a:effectLst/>
                <a:latin typeface="Calibri" panose="020F0502020204030204" pitchFamily="34" charset="0"/>
                <a:ea typeface="Calibri" panose="020F0502020204030204" pitchFamily="34" charset="0"/>
              </a:rPr>
              <a:t>Integration and Testing on Raspberry Pi</a:t>
            </a:r>
            <a:endParaRPr sz="4000" b="1" dirty="0">
              <a:solidFill>
                <a:schemeClr val="dk1"/>
              </a:solidFill>
              <a:latin typeface="Calibri"/>
              <a:ea typeface="Calibri"/>
              <a:cs typeface="Calibri"/>
              <a:sym typeface="Calibri"/>
            </a:endParaRPr>
          </a:p>
        </p:txBody>
      </p:sp>
      <p:sp>
        <p:nvSpPr>
          <p:cNvPr id="15" name="Google Shape;186;p26">
            <a:extLst>
              <a:ext uri="{FF2B5EF4-FFF2-40B4-BE49-F238E27FC236}">
                <a16:creationId xmlns:a16="http://schemas.microsoft.com/office/drawing/2014/main" id="{9B72EB02-0546-59C9-50B0-51F11FD8B34F}"/>
              </a:ext>
            </a:extLst>
          </p:cNvPr>
          <p:cNvSpPr txBox="1"/>
          <p:nvPr/>
        </p:nvSpPr>
        <p:spPr>
          <a:xfrm>
            <a:off x="1221235" y="644756"/>
            <a:ext cx="20934363" cy="923312"/>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ExtraBold"/>
              </a:rPr>
              <a:t>Goals And </a:t>
            </a:r>
            <a:r>
              <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Objectives</a:t>
            </a:r>
            <a:endParaRPr lang="en-US" sz="54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Light"/>
            </a:endParaRPr>
          </a:p>
        </p:txBody>
      </p:sp>
      <p:sp>
        <p:nvSpPr>
          <p:cNvPr id="16" name="Google Shape;187;p26">
            <a:extLst>
              <a:ext uri="{FF2B5EF4-FFF2-40B4-BE49-F238E27FC236}">
                <a16:creationId xmlns:a16="http://schemas.microsoft.com/office/drawing/2014/main" id="{0B39B945-3142-4D2E-45ED-51013C871101}"/>
              </a:ext>
            </a:extLst>
          </p:cNvPr>
          <p:cNvSpPr txBox="1">
            <a:spLocks/>
          </p:cNvSpPr>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Font typeface="Arial"/>
              <a:buNone/>
              <a:defRPr sz="2399" b="0" i="0" u="none" strike="noStrike" cap="none">
                <a:solidFill>
                  <a:srgbClr val="888888"/>
                </a:solidFill>
                <a:latin typeface="Calibri"/>
                <a:ea typeface="Calibri"/>
                <a:cs typeface="Calibri"/>
                <a:sym typeface="Calibri"/>
              </a:defRPr>
            </a:lvl9pPr>
          </a:lstStyle>
          <a:p>
            <a:fld id="{00000000-1234-1234-1234-123412341234}" type="slidenum">
              <a:rPr lang="en-US" smtClean="0"/>
              <a:pPr/>
              <a:t>9</a:t>
            </a:fld>
            <a:endParaRPr lang="en-US"/>
          </a:p>
        </p:txBody>
      </p:sp>
      <p:pic>
        <p:nvPicPr>
          <p:cNvPr id="17" name="Google Shape;188;p26">
            <a:extLst>
              <a:ext uri="{FF2B5EF4-FFF2-40B4-BE49-F238E27FC236}">
                <a16:creationId xmlns:a16="http://schemas.microsoft.com/office/drawing/2014/main" id="{9409D30A-BB9C-88EC-3DA8-D56992168FFF}"/>
              </a:ext>
            </a:extLst>
          </p:cNvPr>
          <p:cNvPicPr preferRelativeResize="0"/>
          <p:nvPr/>
        </p:nvPicPr>
        <p:blipFill rotWithShape="1">
          <a:blip r:embed="rId2">
            <a:alphaModFix/>
          </a:blip>
          <a:srcRect/>
          <a:stretch/>
        </p:blipFill>
        <p:spPr>
          <a:xfrm>
            <a:off x="1282540" y="11467890"/>
            <a:ext cx="2584065" cy="1739599"/>
          </a:xfrm>
          <a:prstGeom prst="rect">
            <a:avLst/>
          </a:prstGeom>
          <a:noFill/>
          <a:ln>
            <a:noFill/>
          </a:ln>
        </p:spPr>
      </p:pic>
      <p:pic>
        <p:nvPicPr>
          <p:cNvPr id="4" name="Picture 3" descr="A close-up of a computer chip&#10;&#10;Description automatically generated">
            <a:extLst>
              <a:ext uri="{FF2B5EF4-FFF2-40B4-BE49-F238E27FC236}">
                <a16:creationId xmlns:a16="http://schemas.microsoft.com/office/drawing/2014/main" id="{F3F67A0A-AA8A-DCFC-9A0D-133A22DFB2BB}"/>
              </a:ext>
            </a:extLst>
          </p:cNvPr>
          <p:cNvPicPr>
            <a:picLocks noChangeAspect="1"/>
          </p:cNvPicPr>
          <p:nvPr/>
        </p:nvPicPr>
        <p:blipFill>
          <a:blip r:embed="rId3"/>
          <a:stretch>
            <a:fillRect/>
          </a:stretch>
        </p:blipFill>
        <p:spPr>
          <a:xfrm>
            <a:off x="16003437" y="2815737"/>
            <a:ext cx="6698249" cy="6698249"/>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2805341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grpSp>
        <p:nvGrpSpPr>
          <p:cNvPr id="198" name="Google Shape;198;p27"/>
          <p:cNvGrpSpPr/>
          <p:nvPr/>
        </p:nvGrpSpPr>
        <p:grpSpPr>
          <a:xfrm>
            <a:off x="994350" y="4675700"/>
            <a:ext cx="21707336" cy="864096"/>
            <a:chOff x="1387625" y="1282278"/>
            <a:chExt cx="21707336" cy="864096"/>
          </a:xfrm>
        </p:grpSpPr>
        <p:grpSp>
          <p:nvGrpSpPr>
            <p:cNvPr id="199" name="Google Shape;199;p27"/>
            <p:cNvGrpSpPr/>
            <p:nvPr/>
          </p:nvGrpSpPr>
          <p:grpSpPr>
            <a:xfrm>
              <a:off x="1387625" y="1282278"/>
              <a:ext cx="21707336" cy="864096"/>
              <a:chOff x="1370549" y="906234"/>
              <a:chExt cx="21707336" cy="864096"/>
            </a:xfrm>
          </p:grpSpPr>
          <p:sp>
            <p:nvSpPr>
              <p:cNvPr id="200" name="Google Shape;200;p27"/>
              <p:cNvSpPr/>
              <p:nvPr/>
            </p:nvSpPr>
            <p:spPr>
              <a:xfrm>
                <a:off x="1370549" y="906234"/>
                <a:ext cx="868680" cy="864096"/>
              </a:xfrm>
              <a:prstGeom prst="ellipse">
                <a:avLst/>
              </a:prstGeom>
              <a:solidFill>
                <a:srgbClr val="C5C2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1" name="Google Shape;201;p27"/>
              <p:cNvSpPr/>
              <p:nvPr/>
            </p:nvSpPr>
            <p:spPr>
              <a:xfrm>
                <a:off x="2107705" y="1246842"/>
                <a:ext cx="20482560" cy="182880"/>
              </a:xfrm>
              <a:prstGeom prst="rect">
                <a:avLst/>
              </a:prstGeom>
              <a:solidFill>
                <a:srgbClr val="C5C2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2" name="Google Shape;202;p27"/>
              <p:cNvSpPr/>
              <p:nvPr/>
            </p:nvSpPr>
            <p:spPr>
              <a:xfrm>
                <a:off x="6580213" y="906234"/>
                <a:ext cx="868680" cy="864096"/>
              </a:xfrm>
              <a:prstGeom prst="ellipse">
                <a:avLst/>
              </a:prstGeom>
              <a:solidFill>
                <a:srgbClr val="C5C2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3" name="Google Shape;203;p27"/>
              <p:cNvSpPr/>
              <p:nvPr/>
            </p:nvSpPr>
            <p:spPr>
              <a:xfrm>
                <a:off x="11789877" y="906234"/>
                <a:ext cx="868680" cy="864096"/>
              </a:xfrm>
              <a:prstGeom prst="ellipse">
                <a:avLst/>
              </a:prstGeom>
              <a:solidFill>
                <a:srgbClr val="C5C2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4" name="Google Shape;204;p27"/>
              <p:cNvSpPr/>
              <p:nvPr/>
            </p:nvSpPr>
            <p:spPr>
              <a:xfrm>
                <a:off x="16999541" y="906234"/>
                <a:ext cx="868680" cy="864096"/>
              </a:xfrm>
              <a:prstGeom prst="ellipse">
                <a:avLst/>
              </a:prstGeom>
              <a:solidFill>
                <a:srgbClr val="C5C2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5" name="Google Shape;205;p27"/>
              <p:cNvSpPr/>
              <p:nvPr/>
            </p:nvSpPr>
            <p:spPr>
              <a:xfrm>
                <a:off x="22209205" y="906234"/>
                <a:ext cx="868680" cy="864096"/>
              </a:xfrm>
              <a:prstGeom prst="ellipse">
                <a:avLst/>
              </a:prstGeom>
              <a:solidFill>
                <a:srgbClr val="C5C2C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nvGrpSpPr>
            <p:cNvPr id="206" name="Google Shape;206;p27"/>
            <p:cNvGrpSpPr/>
            <p:nvPr/>
          </p:nvGrpSpPr>
          <p:grpSpPr>
            <a:xfrm>
              <a:off x="1456205" y="1348566"/>
              <a:ext cx="11150848" cy="731520"/>
              <a:chOff x="1315617" y="3329608"/>
              <a:chExt cx="11150848" cy="731520"/>
            </a:xfrm>
          </p:grpSpPr>
          <p:sp>
            <p:nvSpPr>
              <p:cNvPr id="207" name="Google Shape;207;p27"/>
              <p:cNvSpPr/>
              <p:nvPr/>
            </p:nvSpPr>
            <p:spPr>
              <a:xfrm>
                <a:off x="1895109" y="3649648"/>
                <a:ext cx="10149840" cy="91440"/>
              </a:xfrm>
              <a:prstGeom prst="rect">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8" name="Google Shape;208;p27"/>
              <p:cNvSpPr/>
              <p:nvPr/>
            </p:nvSpPr>
            <p:spPr>
              <a:xfrm>
                <a:off x="1315617" y="3329608"/>
                <a:ext cx="731520" cy="731520"/>
              </a:xfrm>
              <a:prstGeom prst="ellipse">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09" name="Google Shape;209;p27"/>
              <p:cNvSpPr/>
              <p:nvPr/>
            </p:nvSpPr>
            <p:spPr>
              <a:xfrm>
                <a:off x="6525281" y="3329608"/>
                <a:ext cx="731520" cy="731520"/>
              </a:xfrm>
              <a:prstGeom prst="ellipse">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210" name="Google Shape;210;p27"/>
              <p:cNvSpPr/>
              <p:nvPr/>
            </p:nvSpPr>
            <p:spPr>
              <a:xfrm>
                <a:off x="11734945" y="3329608"/>
                <a:ext cx="731520" cy="731520"/>
              </a:xfrm>
              <a:prstGeom prst="ellipse">
                <a:avLst/>
              </a:prstGeom>
              <a:solidFill>
                <a:srgbClr val="C55A1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grpSp>
      </p:grpSp>
      <p:sp>
        <p:nvSpPr>
          <p:cNvPr id="211" name="Google Shape;211;p27"/>
          <p:cNvSpPr txBox="1"/>
          <p:nvPr/>
        </p:nvSpPr>
        <p:spPr>
          <a:xfrm>
            <a:off x="10265991" y="1221033"/>
            <a:ext cx="4200140" cy="1015622"/>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r>
              <a:rPr lang="en-US"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ExtraBold"/>
              </a:rPr>
              <a:t>TIME</a:t>
            </a:r>
            <a:r>
              <a:rPr lang="tr-TR"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ExtraBold"/>
              </a:rPr>
              <a:t> </a:t>
            </a:r>
            <a:r>
              <a:rPr lang="en-US"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LINE</a:t>
            </a:r>
            <a:endParaRPr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endParaRPr>
          </a:p>
        </p:txBody>
      </p:sp>
      <p:sp>
        <p:nvSpPr>
          <p:cNvPr id="212" name="Google Shape;212;p27"/>
          <p:cNvSpPr txBox="1"/>
          <p:nvPr/>
        </p:nvSpPr>
        <p:spPr>
          <a:xfrm>
            <a:off x="1056392" y="5908183"/>
            <a:ext cx="3396338" cy="4468269"/>
          </a:xfrm>
          <a:prstGeom prst="rect">
            <a:avLst/>
          </a:prstGeom>
          <a:noFill/>
          <a:ln>
            <a:noFill/>
          </a:ln>
        </p:spPr>
        <p:txBody>
          <a:bodyPr spcFirstLastPara="1" wrap="square" lIns="243725" tIns="121850" rIns="243725" bIns="121850" anchor="t" anchorCtr="0">
            <a:noAutofit/>
          </a:bodyPr>
          <a:lstStyle/>
          <a:p>
            <a:pPr marL="0" marR="0" lvl="0" indent="0" algn="l" rtl="0">
              <a:spcBef>
                <a:spcPts val="0"/>
              </a:spcBef>
              <a:spcAft>
                <a:spcPts val="0"/>
              </a:spcAft>
              <a:buClr>
                <a:schemeClr val="dk2"/>
              </a:buClr>
              <a:buSzPts val="3200"/>
              <a:buFont typeface="Arial"/>
              <a:buNone/>
            </a:pPr>
            <a:r>
              <a:rPr lang="tr-TR" sz="4000" b="1" dirty="0" err="1">
                <a:solidFill>
                  <a:schemeClr val="tx1"/>
                </a:solidFill>
                <a:latin typeface="Calibri"/>
                <a:ea typeface="Calibri"/>
                <a:cs typeface="Calibri"/>
                <a:sym typeface="Calibri"/>
              </a:rPr>
              <a:t>Litareture</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Research</a:t>
            </a:r>
            <a:endParaRPr sz="4000" dirty="0">
              <a:solidFill>
                <a:schemeClr val="tx1"/>
              </a:solidFill>
            </a:endParaRPr>
          </a:p>
          <a:p>
            <a:pPr marL="0" marR="0" lvl="0" indent="0" algn="l" rtl="0">
              <a:spcBef>
                <a:spcPts val="560"/>
              </a:spcBef>
              <a:spcAft>
                <a:spcPts val="0"/>
              </a:spcAft>
              <a:buClr>
                <a:schemeClr val="dk2"/>
              </a:buClr>
              <a:buSzPts val="2800"/>
              <a:buFont typeface="Arial"/>
              <a:buNone/>
            </a:pPr>
            <a:endParaRPr lang="tr-TR" sz="2800" dirty="0">
              <a:solidFill>
                <a:schemeClr val="tx1"/>
              </a:solidFill>
              <a:latin typeface="Calibri"/>
              <a:ea typeface="Calibri"/>
              <a:cs typeface="Calibri"/>
              <a:sym typeface="Calibri"/>
            </a:endParaRPr>
          </a:p>
          <a:p>
            <a:pPr marL="0" marR="0" lvl="0" indent="0" algn="l" rtl="0">
              <a:spcBef>
                <a:spcPts val="560"/>
              </a:spcBef>
              <a:spcAft>
                <a:spcPts val="0"/>
              </a:spcAft>
              <a:buClr>
                <a:schemeClr val="dk2"/>
              </a:buClr>
              <a:buSzPts val="2800"/>
              <a:buFont typeface="Arial"/>
              <a:buNone/>
            </a:pPr>
            <a:r>
              <a:rPr lang="en-GB" sz="2800" dirty="0">
                <a:solidFill>
                  <a:schemeClr val="tx1"/>
                </a:solidFill>
                <a:latin typeface="Calibri"/>
                <a:ea typeface="Calibri"/>
                <a:cs typeface="Calibri"/>
                <a:sym typeface="Calibri"/>
              </a:rPr>
              <a:t>A </a:t>
            </a:r>
            <a:r>
              <a:rPr lang="tr-TR" sz="2800" dirty="0" err="1">
                <a:solidFill>
                  <a:schemeClr val="tx1"/>
                </a:solidFill>
                <a:latin typeface="Calibri"/>
                <a:ea typeface="Calibri"/>
                <a:cs typeface="Calibri"/>
                <a:sym typeface="Calibri"/>
              </a:rPr>
              <a:t>extensive</a:t>
            </a:r>
            <a:r>
              <a:rPr lang="en-GB" sz="2800" dirty="0">
                <a:solidFill>
                  <a:schemeClr val="tx1"/>
                </a:solidFill>
                <a:latin typeface="Calibri"/>
                <a:ea typeface="Calibri"/>
                <a:cs typeface="Calibri"/>
                <a:sym typeface="Calibri"/>
              </a:rPr>
              <a:t> literature review </a:t>
            </a:r>
            <a:r>
              <a:rPr lang="tr-TR" sz="2800" dirty="0" err="1">
                <a:solidFill>
                  <a:schemeClr val="tx1"/>
                </a:solidFill>
                <a:latin typeface="Calibri"/>
                <a:ea typeface="Calibri"/>
                <a:cs typeface="Calibri"/>
                <a:sym typeface="Calibri"/>
              </a:rPr>
              <a:t>was</a:t>
            </a:r>
            <a:r>
              <a:rPr lang="tr-TR" sz="2800" dirty="0">
                <a:solidFill>
                  <a:schemeClr val="tx1"/>
                </a:solidFill>
                <a:latin typeface="Calibri"/>
                <a:ea typeface="Calibri"/>
                <a:cs typeface="Calibri"/>
                <a:sym typeface="Calibri"/>
              </a:rPr>
              <a:t> </a:t>
            </a:r>
            <a:r>
              <a:rPr lang="en-GB" sz="2800" dirty="0">
                <a:solidFill>
                  <a:schemeClr val="tx1"/>
                </a:solidFill>
                <a:latin typeface="Calibri"/>
                <a:ea typeface="Calibri"/>
                <a:cs typeface="Calibri"/>
                <a:sym typeface="Calibri"/>
              </a:rPr>
              <a:t>conducted.</a:t>
            </a:r>
            <a:endParaRPr dirty="0">
              <a:solidFill>
                <a:schemeClr val="tx1"/>
              </a:solidFill>
            </a:endParaRPr>
          </a:p>
        </p:txBody>
      </p:sp>
      <p:sp>
        <p:nvSpPr>
          <p:cNvPr id="213" name="Google Shape;213;p27"/>
          <p:cNvSpPr txBox="1"/>
          <p:nvPr/>
        </p:nvSpPr>
        <p:spPr>
          <a:xfrm>
            <a:off x="5098435" y="5908182"/>
            <a:ext cx="5854487" cy="6804519"/>
          </a:xfrm>
          <a:prstGeom prst="rect">
            <a:avLst/>
          </a:prstGeom>
          <a:noFill/>
          <a:ln>
            <a:noFill/>
          </a:ln>
        </p:spPr>
        <p:txBody>
          <a:bodyPr spcFirstLastPara="1" wrap="square" lIns="243725" tIns="121850" rIns="243725" bIns="121850" anchor="t" anchorCtr="0">
            <a:noAutofit/>
          </a:bodyPr>
          <a:lstStyle/>
          <a:p>
            <a:pPr marL="0" marR="0" lvl="0" indent="0" algn="l" rtl="0">
              <a:spcBef>
                <a:spcPts val="0"/>
              </a:spcBef>
              <a:spcAft>
                <a:spcPts val="0"/>
              </a:spcAft>
              <a:buClr>
                <a:schemeClr val="dk2"/>
              </a:buClr>
              <a:buSzPts val="3200"/>
              <a:buFont typeface="Arial"/>
              <a:buNone/>
            </a:pPr>
            <a:r>
              <a:rPr lang="tr-TR" sz="4000" b="1" dirty="0" err="1">
                <a:solidFill>
                  <a:schemeClr val="tx1"/>
                </a:solidFill>
                <a:latin typeface="Calibri"/>
                <a:ea typeface="Calibri"/>
                <a:cs typeface="Calibri"/>
                <a:sym typeface="Calibri"/>
              </a:rPr>
              <a:t>Algorithm</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Selection</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and</a:t>
            </a:r>
            <a:r>
              <a:rPr lang="tr-TR" sz="4000" b="1" dirty="0">
                <a:solidFill>
                  <a:schemeClr val="tx1"/>
                </a:solidFill>
                <a:latin typeface="Calibri"/>
                <a:ea typeface="Calibri"/>
                <a:cs typeface="Calibri"/>
                <a:sym typeface="Calibri"/>
              </a:rPr>
              <a:t> Design</a:t>
            </a:r>
          </a:p>
          <a:p>
            <a:pPr marL="0" marR="0" lvl="0" indent="0" algn="l" rtl="0">
              <a:spcBef>
                <a:spcPts val="0"/>
              </a:spcBef>
              <a:spcAft>
                <a:spcPts val="0"/>
              </a:spcAft>
              <a:buClr>
                <a:schemeClr val="dk2"/>
              </a:buClr>
              <a:buSzPts val="3200"/>
              <a:buFont typeface="Arial"/>
              <a:buNone/>
            </a:pPr>
            <a:endParaRPr lang="tr-TR" sz="3200" b="1" dirty="0">
              <a:solidFill>
                <a:schemeClr val="tx1"/>
              </a:solidFill>
              <a:latin typeface="Calibri"/>
              <a:ea typeface="Calibri"/>
              <a:cs typeface="Calibri"/>
              <a:sym typeface="Calibri"/>
            </a:endParaRPr>
          </a:p>
          <a:p>
            <a:pPr>
              <a:buClr>
                <a:schemeClr val="dk2"/>
              </a:buClr>
              <a:buSzPts val="3200"/>
            </a:pPr>
            <a:r>
              <a:rPr lang="en-GB" sz="2800" dirty="0">
                <a:solidFill>
                  <a:schemeClr val="tx1"/>
                </a:solidFill>
                <a:latin typeface="Calibri"/>
                <a:ea typeface="Calibri"/>
                <a:cs typeface="Calibri"/>
                <a:sym typeface="Calibri"/>
              </a:rPr>
              <a:t>Deep learning is the extraction of features from a large amount of </a:t>
            </a:r>
            <a:r>
              <a:rPr lang="en-GB" sz="2800" dirty="0" err="1">
                <a:solidFill>
                  <a:schemeClr val="tx1"/>
                </a:solidFill>
                <a:latin typeface="Calibri"/>
                <a:ea typeface="Calibri"/>
                <a:cs typeface="Calibri"/>
                <a:sym typeface="Calibri"/>
              </a:rPr>
              <a:t>labeled</a:t>
            </a:r>
            <a:r>
              <a:rPr lang="en-GB" sz="2800" dirty="0">
                <a:solidFill>
                  <a:schemeClr val="tx1"/>
                </a:solidFill>
                <a:latin typeface="Calibri"/>
                <a:ea typeface="Calibri"/>
                <a:cs typeface="Calibri"/>
                <a:sym typeface="Calibri"/>
              </a:rPr>
              <a:t> data using multi-layered neural networks in the context of visual processing. CNNs constitute the fundamental building blocks of deep learning and provide high classification accuracy.</a:t>
            </a:r>
            <a:endParaRPr lang="tr-TR" sz="2800" dirty="0">
              <a:solidFill>
                <a:schemeClr val="tx1"/>
              </a:solidFill>
              <a:latin typeface="Calibri"/>
              <a:ea typeface="Calibri"/>
              <a:cs typeface="Calibri"/>
              <a:sym typeface="Calibri"/>
            </a:endParaRPr>
          </a:p>
        </p:txBody>
      </p:sp>
      <p:sp>
        <p:nvSpPr>
          <p:cNvPr id="214" name="Google Shape;214;p27"/>
          <p:cNvSpPr txBox="1"/>
          <p:nvPr/>
        </p:nvSpPr>
        <p:spPr>
          <a:xfrm>
            <a:off x="11080476" y="5908182"/>
            <a:ext cx="4608512" cy="5900314"/>
          </a:xfrm>
          <a:prstGeom prst="rect">
            <a:avLst/>
          </a:prstGeom>
          <a:noFill/>
          <a:ln>
            <a:noFill/>
          </a:ln>
        </p:spPr>
        <p:txBody>
          <a:bodyPr spcFirstLastPara="1" wrap="square" lIns="243725" tIns="121850" rIns="243725" bIns="121850" anchor="t" anchorCtr="0">
            <a:noAutofit/>
          </a:bodyPr>
          <a:lstStyle/>
          <a:p>
            <a:pPr marL="0" marR="0" lvl="0" indent="0" algn="l" rtl="0">
              <a:spcBef>
                <a:spcPts val="0"/>
              </a:spcBef>
              <a:spcAft>
                <a:spcPts val="0"/>
              </a:spcAft>
              <a:buClr>
                <a:schemeClr val="dk2"/>
              </a:buClr>
              <a:buSzPts val="3200"/>
              <a:buFont typeface="Arial"/>
              <a:buNone/>
            </a:pPr>
            <a:r>
              <a:rPr lang="tr-TR" sz="4000" b="1" dirty="0" err="1">
                <a:solidFill>
                  <a:schemeClr val="tx1"/>
                </a:solidFill>
                <a:latin typeface="Calibri"/>
                <a:ea typeface="Calibri"/>
                <a:cs typeface="Calibri"/>
                <a:sym typeface="Calibri"/>
              </a:rPr>
              <a:t>Beginning</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the</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Code</a:t>
            </a:r>
            <a:endParaRPr sz="4000" dirty="0">
              <a:solidFill>
                <a:schemeClr val="tx1"/>
              </a:solidFill>
            </a:endParaRPr>
          </a:p>
          <a:p>
            <a:pPr marL="0" marR="0" lvl="0" indent="0" algn="l" rtl="0">
              <a:spcBef>
                <a:spcPts val="560"/>
              </a:spcBef>
              <a:spcAft>
                <a:spcPts val="0"/>
              </a:spcAft>
              <a:buClr>
                <a:schemeClr val="dk2"/>
              </a:buClr>
              <a:buSzPts val="2800"/>
              <a:buFont typeface="Arial"/>
              <a:buNone/>
            </a:pPr>
            <a:endParaRPr lang="tr-TR" sz="2800" dirty="0">
              <a:solidFill>
                <a:schemeClr val="tx1"/>
              </a:solidFill>
              <a:latin typeface="Calibri"/>
              <a:ea typeface="Calibri"/>
              <a:cs typeface="Calibri"/>
              <a:sym typeface="Calibri"/>
            </a:endParaRPr>
          </a:p>
          <a:p>
            <a:pPr>
              <a:spcBef>
                <a:spcPts val="560"/>
              </a:spcBef>
              <a:buClr>
                <a:schemeClr val="dk2"/>
              </a:buClr>
              <a:buSzPts val="2800"/>
            </a:pPr>
            <a:r>
              <a:rPr lang="en-GB" sz="2800" dirty="0">
                <a:solidFill>
                  <a:schemeClr val="tx1"/>
                </a:solidFill>
                <a:latin typeface="Calibri"/>
                <a:ea typeface="Calibri"/>
                <a:cs typeface="Calibri"/>
                <a:sym typeface="Calibri"/>
              </a:rPr>
              <a:t>In this project, a CNN-based model </a:t>
            </a:r>
            <a:r>
              <a:rPr lang="tr-TR" sz="2800" dirty="0" err="1">
                <a:solidFill>
                  <a:schemeClr val="tx1"/>
                </a:solidFill>
                <a:latin typeface="Calibri"/>
                <a:ea typeface="Calibri"/>
                <a:cs typeface="Calibri"/>
                <a:sym typeface="Calibri"/>
              </a:rPr>
              <a:t>was</a:t>
            </a:r>
            <a:r>
              <a:rPr lang="tr-TR" sz="2800" dirty="0">
                <a:solidFill>
                  <a:schemeClr val="tx1"/>
                </a:solidFill>
                <a:latin typeface="Calibri"/>
                <a:ea typeface="Calibri"/>
                <a:cs typeface="Calibri"/>
                <a:sym typeface="Calibri"/>
              </a:rPr>
              <a:t> </a:t>
            </a:r>
            <a:r>
              <a:rPr lang="tr-TR" sz="2800" dirty="0" err="1">
                <a:solidFill>
                  <a:schemeClr val="tx1"/>
                </a:solidFill>
                <a:latin typeface="Calibri"/>
                <a:ea typeface="Calibri"/>
                <a:cs typeface="Calibri"/>
                <a:sym typeface="Calibri"/>
              </a:rPr>
              <a:t>built</a:t>
            </a:r>
            <a:r>
              <a:rPr lang="tr-TR" sz="2800" dirty="0">
                <a:solidFill>
                  <a:schemeClr val="tx1"/>
                </a:solidFill>
                <a:latin typeface="Calibri"/>
                <a:ea typeface="Calibri"/>
                <a:cs typeface="Calibri"/>
                <a:sym typeface="Calibri"/>
              </a:rPr>
              <a:t> </a:t>
            </a:r>
            <a:r>
              <a:rPr lang="en-GB" sz="2800" dirty="0">
                <a:solidFill>
                  <a:schemeClr val="tx1"/>
                </a:solidFill>
                <a:latin typeface="Calibri"/>
                <a:ea typeface="Calibri"/>
                <a:cs typeface="Calibri"/>
                <a:sym typeface="Calibri"/>
              </a:rPr>
              <a:t>from scratch. All settings, parameters, and hyperparameters have been adjusted, and through various experiments, the most optimal result has been selected.</a:t>
            </a:r>
            <a:endParaRPr lang="tr-TR" sz="2800" dirty="0">
              <a:solidFill>
                <a:schemeClr val="tx1"/>
              </a:solidFill>
            </a:endParaRPr>
          </a:p>
        </p:txBody>
      </p:sp>
      <p:sp>
        <p:nvSpPr>
          <p:cNvPr id="215" name="Google Shape;215;p27"/>
          <p:cNvSpPr txBox="1"/>
          <p:nvPr/>
        </p:nvSpPr>
        <p:spPr>
          <a:xfrm>
            <a:off x="15944005" y="5814116"/>
            <a:ext cx="4608512" cy="6370615"/>
          </a:xfrm>
          <a:prstGeom prst="rect">
            <a:avLst/>
          </a:prstGeom>
          <a:noFill/>
          <a:ln>
            <a:noFill/>
          </a:ln>
        </p:spPr>
        <p:txBody>
          <a:bodyPr spcFirstLastPara="1" wrap="square" lIns="243725" tIns="121850" rIns="243725" bIns="121850" anchor="t" anchorCtr="0">
            <a:noAutofit/>
          </a:bodyPr>
          <a:lstStyle/>
          <a:p>
            <a:pPr marL="0" marR="0" lvl="0" indent="0" algn="l" rtl="0">
              <a:spcBef>
                <a:spcPts val="0"/>
              </a:spcBef>
              <a:spcAft>
                <a:spcPts val="0"/>
              </a:spcAft>
              <a:buClr>
                <a:schemeClr val="dk2"/>
              </a:buClr>
              <a:buSzPts val="3200"/>
              <a:buFont typeface="Arial"/>
              <a:buNone/>
            </a:pPr>
            <a:r>
              <a:rPr lang="tr-TR" sz="4000" b="1" dirty="0">
                <a:solidFill>
                  <a:schemeClr val="tx1"/>
                </a:solidFill>
                <a:latin typeface="Calibri"/>
                <a:ea typeface="Calibri"/>
                <a:cs typeface="Calibri"/>
                <a:sym typeface="Calibri"/>
              </a:rPr>
              <a:t>Experiment </a:t>
            </a:r>
            <a:r>
              <a:rPr lang="tr-TR" sz="4000" b="1" dirty="0" err="1">
                <a:solidFill>
                  <a:schemeClr val="tx1"/>
                </a:solidFill>
                <a:latin typeface="Calibri"/>
                <a:ea typeface="Calibri"/>
                <a:cs typeface="Calibri"/>
                <a:sym typeface="Calibri"/>
              </a:rPr>
              <a:t>and</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Thesis</a:t>
            </a:r>
            <a:r>
              <a:rPr lang="tr-TR" sz="4000" b="1" dirty="0">
                <a:solidFill>
                  <a:schemeClr val="tx1"/>
                </a:solidFill>
                <a:latin typeface="Calibri"/>
                <a:ea typeface="Calibri"/>
                <a:cs typeface="Calibri"/>
                <a:sym typeface="Calibri"/>
              </a:rPr>
              <a:t> </a:t>
            </a:r>
            <a:r>
              <a:rPr lang="tr-TR" sz="4000" b="1" dirty="0" err="1">
                <a:solidFill>
                  <a:schemeClr val="tx1"/>
                </a:solidFill>
                <a:latin typeface="Calibri"/>
                <a:ea typeface="Calibri"/>
                <a:cs typeface="Calibri"/>
                <a:sym typeface="Calibri"/>
              </a:rPr>
              <a:t>Phase</a:t>
            </a:r>
            <a:endParaRPr sz="4000" dirty="0">
              <a:solidFill>
                <a:schemeClr val="tx1"/>
              </a:solidFill>
            </a:endParaRPr>
          </a:p>
          <a:p>
            <a:pPr marL="0" marR="0" lvl="0" indent="0" algn="l" rtl="0">
              <a:spcBef>
                <a:spcPts val="560"/>
              </a:spcBef>
              <a:spcAft>
                <a:spcPts val="0"/>
              </a:spcAft>
              <a:buClr>
                <a:schemeClr val="dk2"/>
              </a:buClr>
              <a:buSzPts val="2800"/>
              <a:buFont typeface="Arial"/>
              <a:buNone/>
            </a:pPr>
            <a:endParaRPr lang="tr-TR" sz="2800" dirty="0">
              <a:solidFill>
                <a:schemeClr val="tx1"/>
              </a:solidFill>
              <a:latin typeface="Calibri"/>
              <a:ea typeface="Calibri"/>
              <a:cs typeface="Calibri"/>
              <a:sym typeface="Calibri"/>
            </a:endParaRPr>
          </a:p>
          <a:p>
            <a:pPr marL="0" marR="0" lvl="0" indent="0" algn="l" rtl="0">
              <a:spcBef>
                <a:spcPts val="560"/>
              </a:spcBef>
              <a:spcAft>
                <a:spcPts val="0"/>
              </a:spcAft>
              <a:buClr>
                <a:schemeClr val="dk2"/>
              </a:buClr>
              <a:buSzPts val="2800"/>
              <a:buFont typeface="Arial"/>
              <a:buNone/>
            </a:pPr>
            <a:r>
              <a:rPr lang="tr-TR" sz="2800" dirty="0" err="1">
                <a:solidFill>
                  <a:schemeClr val="tx1"/>
                </a:solidFill>
                <a:latin typeface="Calibri"/>
                <a:ea typeface="Calibri"/>
                <a:cs typeface="Calibri"/>
                <a:sym typeface="Calibri"/>
              </a:rPr>
              <a:t>After</a:t>
            </a:r>
            <a:r>
              <a:rPr lang="tr-TR" sz="2800" dirty="0">
                <a:solidFill>
                  <a:schemeClr val="tx1"/>
                </a:solidFill>
                <a:latin typeface="Calibri"/>
                <a:ea typeface="Calibri"/>
                <a:cs typeface="Calibri"/>
                <a:sym typeface="Calibri"/>
              </a:rPr>
              <a:t> </a:t>
            </a:r>
            <a:r>
              <a:rPr lang="tr-TR" sz="2800" dirty="0" err="1">
                <a:solidFill>
                  <a:schemeClr val="tx1"/>
                </a:solidFill>
                <a:latin typeface="Calibri"/>
                <a:ea typeface="Calibri"/>
                <a:cs typeface="Calibri"/>
                <a:sym typeface="Calibri"/>
              </a:rPr>
              <a:t>various</a:t>
            </a:r>
            <a:r>
              <a:rPr lang="en-GB" sz="2800" dirty="0">
                <a:solidFill>
                  <a:schemeClr val="tx1"/>
                </a:solidFill>
                <a:latin typeface="Calibri"/>
                <a:ea typeface="Calibri"/>
                <a:cs typeface="Calibri"/>
                <a:sym typeface="Calibri"/>
              </a:rPr>
              <a:t> measurement conditions were selected based on various experiments, and after extensive research and trials, </a:t>
            </a:r>
            <a:r>
              <a:rPr lang="tr-TR" sz="2800" dirty="0" err="1">
                <a:solidFill>
                  <a:schemeClr val="tx1"/>
                </a:solidFill>
                <a:latin typeface="Calibri"/>
                <a:ea typeface="Calibri"/>
                <a:cs typeface="Calibri"/>
                <a:sym typeface="Calibri"/>
              </a:rPr>
              <a:t>the</a:t>
            </a:r>
            <a:r>
              <a:rPr lang="tr-TR" sz="2800" dirty="0">
                <a:solidFill>
                  <a:schemeClr val="tx1"/>
                </a:solidFill>
                <a:latin typeface="Calibri"/>
                <a:ea typeface="Calibri"/>
                <a:cs typeface="Calibri"/>
                <a:sym typeface="Calibri"/>
              </a:rPr>
              <a:t> </a:t>
            </a:r>
            <a:r>
              <a:rPr lang="tr-TR" sz="2800" dirty="0" err="1">
                <a:solidFill>
                  <a:schemeClr val="tx1"/>
                </a:solidFill>
                <a:latin typeface="Calibri"/>
                <a:ea typeface="Calibri"/>
                <a:cs typeface="Calibri"/>
                <a:sym typeface="Calibri"/>
              </a:rPr>
              <a:t>best</a:t>
            </a:r>
            <a:r>
              <a:rPr lang="tr-TR" sz="2800" dirty="0">
                <a:solidFill>
                  <a:schemeClr val="tx1"/>
                </a:solidFill>
                <a:latin typeface="Calibri"/>
                <a:ea typeface="Calibri"/>
                <a:cs typeface="Calibri"/>
                <a:sym typeface="Calibri"/>
              </a:rPr>
              <a:t> model </a:t>
            </a:r>
            <a:r>
              <a:rPr lang="tr-TR" sz="2800" dirty="0" err="1">
                <a:solidFill>
                  <a:schemeClr val="tx1"/>
                </a:solidFill>
                <a:latin typeface="Calibri"/>
                <a:ea typeface="Calibri"/>
                <a:cs typeface="Calibri"/>
                <a:sym typeface="Calibri"/>
              </a:rPr>
              <a:t>was</a:t>
            </a:r>
            <a:r>
              <a:rPr lang="tr-TR" sz="2800" dirty="0">
                <a:solidFill>
                  <a:schemeClr val="tx1"/>
                </a:solidFill>
                <a:latin typeface="Calibri"/>
                <a:ea typeface="Calibri"/>
                <a:cs typeface="Calibri"/>
                <a:sym typeface="Calibri"/>
              </a:rPr>
              <a:t> </a:t>
            </a:r>
            <a:r>
              <a:rPr lang="tr-TR" sz="2800" dirty="0" err="1">
                <a:solidFill>
                  <a:schemeClr val="tx1"/>
                </a:solidFill>
                <a:latin typeface="Calibri"/>
                <a:ea typeface="Calibri"/>
                <a:cs typeface="Calibri"/>
                <a:sym typeface="Calibri"/>
              </a:rPr>
              <a:t>obtanied</a:t>
            </a:r>
            <a:r>
              <a:rPr lang="en-GB" sz="2800" dirty="0">
                <a:solidFill>
                  <a:schemeClr val="tx1"/>
                </a:solidFill>
                <a:latin typeface="Calibri"/>
                <a:ea typeface="Calibri"/>
                <a:cs typeface="Calibri"/>
                <a:sym typeface="Calibri"/>
              </a:rPr>
              <a:t>, and the thesis writing process began.</a:t>
            </a:r>
            <a:endParaRPr dirty="0">
              <a:solidFill>
                <a:schemeClr val="tx1"/>
              </a:solidFill>
            </a:endParaRPr>
          </a:p>
        </p:txBody>
      </p:sp>
      <p:sp>
        <p:nvSpPr>
          <p:cNvPr id="216" name="Google Shape;216;p27"/>
          <p:cNvSpPr/>
          <p:nvPr/>
        </p:nvSpPr>
        <p:spPr>
          <a:xfrm>
            <a:off x="11441193" y="3724666"/>
            <a:ext cx="747702" cy="747708"/>
          </a:xfrm>
          <a:custGeom>
            <a:avLst/>
            <a:gdLst/>
            <a:ahLst/>
            <a:cxnLst/>
            <a:rect l="l" t="t" r="r" b="b"/>
            <a:pathLst>
              <a:path w="461" h="461" extrusionOk="0">
                <a:moveTo>
                  <a:pt x="230" y="8"/>
                </a:moveTo>
                <a:lnTo>
                  <a:pt x="230" y="8"/>
                </a:lnTo>
                <a:cubicBezTo>
                  <a:pt x="97" y="8"/>
                  <a:pt x="0" y="106"/>
                  <a:pt x="0" y="239"/>
                </a:cubicBezTo>
                <a:cubicBezTo>
                  <a:pt x="0" y="363"/>
                  <a:pt x="106" y="460"/>
                  <a:pt x="230" y="460"/>
                </a:cubicBezTo>
                <a:cubicBezTo>
                  <a:pt x="363" y="460"/>
                  <a:pt x="460" y="354"/>
                  <a:pt x="460" y="230"/>
                </a:cubicBezTo>
                <a:cubicBezTo>
                  <a:pt x="460" y="106"/>
                  <a:pt x="354" y="0"/>
                  <a:pt x="230" y="8"/>
                </a:cubicBezTo>
                <a:close/>
                <a:moveTo>
                  <a:pt x="230" y="35"/>
                </a:moveTo>
                <a:lnTo>
                  <a:pt x="230" y="35"/>
                </a:lnTo>
                <a:cubicBezTo>
                  <a:pt x="256" y="35"/>
                  <a:pt x="291" y="44"/>
                  <a:pt x="319" y="53"/>
                </a:cubicBezTo>
                <a:cubicBezTo>
                  <a:pt x="291" y="106"/>
                  <a:pt x="291" y="106"/>
                  <a:pt x="291" y="106"/>
                </a:cubicBezTo>
                <a:cubicBezTo>
                  <a:pt x="275" y="97"/>
                  <a:pt x="247" y="97"/>
                  <a:pt x="230" y="97"/>
                </a:cubicBezTo>
                <a:cubicBezTo>
                  <a:pt x="203" y="97"/>
                  <a:pt x="185" y="97"/>
                  <a:pt x="168" y="106"/>
                </a:cubicBezTo>
                <a:cubicBezTo>
                  <a:pt x="141" y="53"/>
                  <a:pt x="141" y="53"/>
                  <a:pt x="141" y="53"/>
                </a:cubicBezTo>
                <a:cubicBezTo>
                  <a:pt x="168" y="44"/>
                  <a:pt x="194" y="35"/>
                  <a:pt x="230" y="35"/>
                </a:cubicBezTo>
                <a:close/>
                <a:moveTo>
                  <a:pt x="106" y="292"/>
                </a:moveTo>
                <a:lnTo>
                  <a:pt x="106" y="292"/>
                </a:lnTo>
                <a:cubicBezTo>
                  <a:pt x="53" y="327"/>
                  <a:pt x="53" y="327"/>
                  <a:pt x="53" y="327"/>
                </a:cubicBezTo>
                <a:cubicBezTo>
                  <a:pt x="35" y="301"/>
                  <a:pt x="35" y="265"/>
                  <a:pt x="35" y="239"/>
                </a:cubicBezTo>
                <a:cubicBezTo>
                  <a:pt x="26" y="204"/>
                  <a:pt x="35" y="167"/>
                  <a:pt x="53" y="141"/>
                </a:cubicBezTo>
                <a:cubicBezTo>
                  <a:pt x="106" y="167"/>
                  <a:pt x="106" y="167"/>
                  <a:pt x="106" y="167"/>
                </a:cubicBezTo>
                <a:cubicBezTo>
                  <a:pt x="97" y="185"/>
                  <a:pt x="88" y="212"/>
                  <a:pt x="88" y="230"/>
                </a:cubicBezTo>
                <a:cubicBezTo>
                  <a:pt x="88" y="257"/>
                  <a:pt x="97" y="274"/>
                  <a:pt x="106" y="292"/>
                </a:cubicBezTo>
                <a:close/>
                <a:moveTo>
                  <a:pt x="230" y="433"/>
                </a:moveTo>
                <a:lnTo>
                  <a:pt x="230" y="433"/>
                </a:lnTo>
                <a:cubicBezTo>
                  <a:pt x="194" y="433"/>
                  <a:pt x="168" y="425"/>
                  <a:pt x="141" y="407"/>
                </a:cubicBezTo>
                <a:cubicBezTo>
                  <a:pt x="168" y="354"/>
                  <a:pt x="168" y="354"/>
                  <a:pt x="168" y="354"/>
                </a:cubicBezTo>
                <a:cubicBezTo>
                  <a:pt x="185" y="363"/>
                  <a:pt x="203" y="372"/>
                  <a:pt x="230" y="372"/>
                </a:cubicBezTo>
                <a:cubicBezTo>
                  <a:pt x="247" y="372"/>
                  <a:pt x="275" y="363"/>
                  <a:pt x="291" y="354"/>
                </a:cubicBezTo>
                <a:cubicBezTo>
                  <a:pt x="319" y="407"/>
                  <a:pt x="319" y="407"/>
                  <a:pt x="319" y="407"/>
                </a:cubicBezTo>
                <a:cubicBezTo>
                  <a:pt x="291" y="425"/>
                  <a:pt x="266" y="433"/>
                  <a:pt x="230" y="433"/>
                </a:cubicBezTo>
                <a:close/>
                <a:moveTo>
                  <a:pt x="230" y="345"/>
                </a:moveTo>
                <a:lnTo>
                  <a:pt x="230" y="345"/>
                </a:lnTo>
                <a:cubicBezTo>
                  <a:pt x="168" y="345"/>
                  <a:pt x="124" y="292"/>
                  <a:pt x="124" y="230"/>
                </a:cubicBezTo>
                <a:cubicBezTo>
                  <a:pt x="124" y="167"/>
                  <a:pt x="168" y="123"/>
                  <a:pt x="230" y="123"/>
                </a:cubicBezTo>
                <a:cubicBezTo>
                  <a:pt x="291" y="123"/>
                  <a:pt x="336" y="167"/>
                  <a:pt x="336" y="230"/>
                </a:cubicBezTo>
                <a:cubicBezTo>
                  <a:pt x="336" y="292"/>
                  <a:pt x="291" y="345"/>
                  <a:pt x="230" y="345"/>
                </a:cubicBezTo>
                <a:close/>
                <a:moveTo>
                  <a:pt x="354" y="292"/>
                </a:moveTo>
                <a:lnTo>
                  <a:pt x="354" y="292"/>
                </a:lnTo>
                <a:cubicBezTo>
                  <a:pt x="363" y="274"/>
                  <a:pt x="372" y="257"/>
                  <a:pt x="372" y="230"/>
                </a:cubicBezTo>
                <a:cubicBezTo>
                  <a:pt x="372" y="212"/>
                  <a:pt x="363" y="185"/>
                  <a:pt x="354" y="167"/>
                </a:cubicBezTo>
                <a:cubicBezTo>
                  <a:pt x="407" y="141"/>
                  <a:pt x="407" y="141"/>
                  <a:pt x="407" y="141"/>
                </a:cubicBezTo>
                <a:cubicBezTo>
                  <a:pt x="416" y="167"/>
                  <a:pt x="425" y="195"/>
                  <a:pt x="425" y="230"/>
                </a:cubicBezTo>
                <a:cubicBezTo>
                  <a:pt x="425" y="265"/>
                  <a:pt x="416" y="292"/>
                  <a:pt x="407" y="327"/>
                </a:cubicBezTo>
                <a:lnTo>
                  <a:pt x="354" y="292"/>
                </a:lnTo>
                <a:close/>
              </a:path>
            </a:pathLst>
          </a:custGeom>
          <a:solidFill>
            <a:srgbClr val="C55A1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7" name="Google Shape;217;p27"/>
          <p:cNvSpPr/>
          <p:nvPr/>
        </p:nvSpPr>
        <p:spPr>
          <a:xfrm>
            <a:off x="6194951" y="3705459"/>
            <a:ext cx="804676" cy="690739"/>
          </a:xfrm>
          <a:custGeom>
            <a:avLst/>
            <a:gdLst/>
            <a:ahLst/>
            <a:cxnLst/>
            <a:rect l="l" t="t" r="r" b="b"/>
            <a:pathLst>
              <a:path w="497" h="426" extrusionOk="0">
                <a:moveTo>
                  <a:pt x="230" y="231"/>
                </a:moveTo>
                <a:lnTo>
                  <a:pt x="230" y="231"/>
                </a:lnTo>
                <a:cubicBezTo>
                  <a:pt x="274" y="231"/>
                  <a:pt x="274" y="231"/>
                  <a:pt x="274" y="231"/>
                </a:cubicBezTo>
                <a:cubicBezTo>
                  <a:pt x="274" y="275"/>
                  <a:pt x="274" y="275"/>
                  <a:pt x="274" y="275"/>
                </a:cubicBezTo>
                <a:cubicBezTo>
                  <a:pt x="496" y="275"/>
                  <a:pt x="496" y="275"/>
                  <a:pt x="496" y="275"/>
                </a:cubicBezTo>
                <a:cubicBezTo>
                  <a:pt x="496" y="275"/>
                  <a:pt x="496" y="168"/>
                  <a:pt x="487" y="133"/>
                </a:cubicBezTo>
                <a:cubicBezTo>
                  <a:pt x="487" y="97"/>
                  <a:pt x="478" y="80"/>
                  <a:pt x="443" y="80"/>
                </a:cubicBezTo>
                <a:cubicBezTo>
                  <a:pt x="363" y="80"/>
                  <a:pt x="363" y="80"/>
                  <a:pt x="363" y="80"/>
                </a:cubicBezTo>
                <a:cubicBezTo>
                  <a:pt x="345" y="53"/>
                  <a:pt x="337" y="27"/>
                  <a:pt x="337" y="27"/>
                </a:cubicBezTo>
                <a:cubicBezTo>
                  <a:pt x="328" y="9"/>
                  <a:pt x="319" y="0"/>
                  <a:pt x="300" y="0"/>
                </a:cubicBezTo>
                <a:cubicBezTo>
                  <a:pt x="194" y="0"/>
                  <a:pt x="194" y="0"/>
                  <a:pt x="194" y="0"/>
                </a:cubicBezTo>
                <a:cubicBezTo>
                  <a:pt x="177" y="0"/>
                  <a:pt x="168" y="9"/>
                  <a:pt x="168" y="27"/>
                </a:cubicBezTo>
                <a:cubicBezTo>
                  <a:pt x="159" y="27"/>
                  <a:pt x="150" y="53"/>
                  <a:pt x="133" y="80"/>
                </a:cubicBezTo>
                <a:cubicBezTo>
                  <a:pt x="53" y="80"/>
                  <a:pt x="53" y="80"/>
                  <a:pt x="53" y="80"/>
                </a:cubicBezTo>
                <a:cubicBezTo>
                  <a:pt x="17" y="80"/>
                  <a:pt x="9" y="97"/>
                  <a:pt x="9" y="133"/>
                </a:cubicBezTo>
                <a:cubicBezTo>
                  <a:pt x="0" y="168"/>
                  <a:pt x="0" y="275"/>
                  <a:pt x="0" y="275"/>
                </a:cubicBezTo>
                <a:cubicBezTo>
                  <a:pt x="230" y="275"/>
                  <a:pt x="230" y="275"/>
                  <a:pt x="230" y="275"/>
                </a:cubicBezTo>
                <a:lnTo>
                  <a:pt x="230" y="231"/>
                </a:lnTo>
                <a:close/>
                <a:moveTo>
                  <a:pt x="186" y="53"/>
                </a:moveTo>
                <a:lnTo>
                  <a:pt x="186" y="53"/>
                </a:lnTo>
                <a:cubicBezTo>
                  <a:pt x="194" y="44"/>
                  <a:pt x="194" y="36"/>
                  <a:pt x="212" y="36"/>
                </a:cubicBezTo>
                <a:cubicBezTo>
                  <a:pt x="284" y="36"/>
                  <a:pt x="284" y="36"/>
                  <a:pt x="284" y="36"/>
                </a:cubicBezTo>
                <a:cubicBezTo>
                  <a:pt x="300" y="36"/>
                  <a:pt x="300" y="44"/>
                  <a:pt x="309" y="53"/>
                </a:cubicBezTo>
                <a:cubicBezTo>
                  <a:pt x="309" y="53"/>
                  <a:pt x="319" y="71"/>
                  <a:pt x="319" y="80"/>
                </a:cubicBezTo>
                <a:cubicBezTo>
                  <a:pt x="177" y="80"/>
                  <a:pt x="177" y="80"/>
                  <a:pt x="177" y="80"/>
                </a:cubicBezTo>
                <a:cubicBezTo>
                  <a:pt x="186" y="71"/>
                  <a:pt x="186" y="53"/>
                  <a:pt x="186" y="53"/>
                </a:cubicBezTo>
                <a:close/>
                <a:moveTo>
                  <a:pt x="274" y="355"/>
                </a:moveTo>
                <a:lnTo>
                  <a:pt x="274" y="355"/>
                </a:lnTo>
                <a:cubicBezTo>
                  <a:pt x="230" y="355"/>
                  <a:pt x="230" y="355"/>
                  <a:pt x="230" y="355"/>
                </a:cubicBezTo>
                <a:cubicBezTo>
                  <a:pt x="230" y="302"/>
                  <a:pt x="230" y="302"/>
                  <a:pt x="230" y="302"/>
                </a:cubicBezTo>
                <a:cubicBezTo>
                  <a:pt x="9" y="302"/>
                  <a:pt x="9" y="302"/>
                  <a:pt x="9" y="302"/>
                </a:cubicBezTo>
                <a:cubicBezTo>
                  <a:pt x="9" y="302"/>
                  <a:pt x="17" y="346"/>
                  <a:pt x="17" y="381"/>
                </a:cubicBezTo>
                <a:cubicBezTo>
                  <a:pt x="17" y="399"/>
                  <a:pt x="26" y="425"/>
                  <a:pt x="62" y="425"/>
                </a:cubicBezTo>
                <a:cubicBezTo>
                  <a:pt x="434" y="425"/>
                  <a:pt x="434" y="425"/>
                  <a:pt x="434" y="425"/>
                </a:cubicBezTo>
                <a:cubicBezTo>
                  <a:pt x="469" y="425"/>
                  <a:pt x="478" y="399"/>
                  <a:pt x="478" y="381"/>
                </a:cubicBezTo>
                <a:cubicBezTo>
                  <a:pt x="478" y="346"/>
                  <a:pt x="487" y="302"/>
                  <a:pt x="487" y="302"/>
                </a:cubicBezTo>
                <a:cubicBezTo>
                  <a:pt x="274" y="302"/>
                  <a:pt x="274" y="302"/>
                  <a:pt x="274" y="302"/>
                </a:cubicBezTo>
                <a:lnTo>
                  <a:pt x="274" y="355"/>
                </a:lnTo>
                <a:close/>
              </a:path>
            </a:pathLst>
          </a:custGeom>
          <a:solidFill>
            <a:srgbClr val="C55A1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8" name="Google Shape;218;p27"/>
          <p:cNvSpPr/>
          <p:nvPr/>
        </p:nvSpPr>
        <p:spPr>
          <a:xfrm>
            <a:off x="16695164" y="3705459"/>
            <a:ext cx="804676" cy="719219"/>
          </a:xfrm>
          <a:custGeom>
            <a:avLst/>
            <a:gdLst/>
            <a:ahLst/>
            <a:cxnLst/>
            <a:rect l="l" t="t" r="r" b="b"/>
            <a:pathLst>
              <a:path w="498" h="445" extrusionOk="0">
                <a:moveTo>
                  <a:pt x="80" y="151"/>
                </a:moveTo>
                <a:lnTo>
                  <a:pt x="80" y="151"/>
                </a:lnTo>
                <a:cubicBezTo>
                  <a:pt x="97" y="134"/>
                  <a:pt x="116" y="143"/>
                  <a:pt x="142" y="169"/>
                </a:cubicBezTo>
                <a:cubicBezTo>
                  <a:pt x="151" y="178"/>
                  <a:pt x="151" y="169"/>
                  <a:pt x="151" y="169"/>
                </a:cubicBezTo>
                <a:cubicBezTo>
                  <a:pt x="160" y="169"/>
                  <a:pt x="186" y="134"/>
                  <a:pt x="195" y="134"/>
                </a:cubicBezTo>
                <a:cubicBezTo>
                  <a:pt x="195" y="134"/>
                  <a:pt x="195" y="134"/>
                  <a:pt x="195" y="125"/>
                </a:cubicBezTo>
                <a:cubicBezTo>
                  <a:pt x="186" y="125"/>
                  <a:pt x="178" y="116"/>
                  <a:pt x="178" y="107"/>
                </a:cubicBezTo>
                <a:cubicBezTo>
                  <a:pt x="133" y="45"/>
                  <a:pt x="301" y="10"/>
                  <a:pt x="275" y="10"/>
                </a:cubicBezTo>
                <a:cubicBezTo>
                  <a:pt x="257" y="0"/>
                  <a:pt x="204" y="0"/>
                  <a:pt x="195" y="0"/>
                </a:cubicBezTo>
                <a:cubicBezTo>
                  <a:pt x="169" y="10"/>
                  <a:pt x="125" y="36"/>
                  <a:pt x="107" y="54"/>
                </a:cubicBezTo>
                <a:cubicBezTo>
                  <a:pt x="80" y="72"/>
                  <a:pt x="72" y="81"/>
                  <a:pt x="72" y="81"/>
                </a:cubicBezTo>
                <a:cubicBezTo>
                  <a:pt x="62" y="89"/>
                  <a:pt x="72" y="107"/>
                  <a:pt x="53" y="116"/>
                </a:cubicBezTo>
                <a:cubicBezTo>
                  <a:pt x="36" y="125"/>
                  <a:pt x="27" y="116"/>
                  <a:pt x="18" y="125"/>
                </a:cubicBezTo>
                <a:cubicBezTo>
                  <a:pt x="18" y="134"/>
                  <a:pt x="9" y="134"/>
                  <a:pt x="0" y="143"/>
                </a:cubicBezTo>
                <a:lnTo>
                  <a:pt x="0" y="151"/>
                </a:lnTo>
                <a:lnTo>
                  <a:pt x="36" y="187"/>
                </a:lnTo>
                <a:cubicBezTo>
                  <a:pt x="36" y="196"/>
                  <a:pt x="44" y="196"/>
                  <a:pt x="53" y="196"/>
                </a:cubicBezTo>
                <a:cubicBezTo>
                  <a:pt x="53" y="187"/>
                  <a:pt x="62" y="178"/>
                  <a:pt x="72" y="178"/>
                </a:cubicBezTo>
                <a:cubicBezTo>
                  <a:pt x="72" y="178"/>
                  <a:pt x="72" y="151"/>
                  <a:pt x="80" y="151"/>
                </a:cubicBezTo>
                <a:close/>
                <a:moveTo>
                  <a:pt x="222" y="160"/>
                </a:moveTo>
                <a:lnTo>
                  <a:pt x="222" y="160"/>
                </a:lnTo>
                <a:cubicBezTo>
                  <a:pt x="213" y="160"/>
                  <a:pt x="213" y="160"/>
                  <a:pt x="213" y="160"/>
                </a:cubicBezTo>
                <a:cubicBezTo>
                  <a:pt x="178" y="187"/>
                  <a:pt x="178" y="187"/>
                  <a:pt x="178" y="187"/>
                </a:cubicBezTo>
                <a:cubicBezTo>
                  <a:pt x="169" y="196"/>
                  <a:pt x="169" y="196"/>
                  <a:pt x="169" y="204"/>
                </a:cubicBezTo>
                <a:cubicBezTo>
                  <a:pt x="381" y="435"/>
                  <a:pt x="381" y="435"/>
                  <a:pt x="381" y="435"/>
                </a:cubicBezTo>
                <a:cubicBezTo>
                  <a:pt x="381" y="444"/>
                  <a:pt x="391" y="444"/>
                  <a:pt x="399" y="435"/>
                </a:cubicBezTo>
                <a:cubicBezTo>
                  <a:pt x="426" y="417"/>
                  <a:pt x="426" y="417"/>
                  <a:pt x="426" y="417"/>
                </a:cubicBezTo>
                <a:cubicBezTo>
                  <a:pt x="426" y="408"/>
                  <a:pt x="426" y="400"/>
                  <a:pt x="426" y="400"/>
                </a:cubicBezTo>
                <a:lnTo>
                  <a:pt x="222" y="160"/>
                </a:lnTo>
                <a:close/>
                <a:moveTo>
                  <a:pt x="497" y="63"/>
                </a:moveTo>
                <a:lnTo>
                  <a:pt x="497" y="63"/>
                </a:lnTo>
                <a:cubicBezTo>
                  <a:pt x="488" y="45"/>
                  <a:pt x="488" y="54"/>
                  <a:pt x="479" y="54"/>
                </a:cubicBezTo>
                <a:cubicBezTo>
                  <a:pt x="479" y="63"/>
                  <a:pt x="461" y="81"/>
                  <a:pt x="461" y="89"/>
                </a:cubicBezTo>
                <a:cubicBezTo>
                  <a:pt x="452" y="107"/>
                  <a:pt x="435" y="125"/>
                  <a:pt x="408" y="107"/>
                </a:cubicBezTo>
                <a:cubicBezTo>
                  <a:pt x="381" y="81"/>
                  <a:pt x="391" y="72"/>
                  <a:pt x="399" y="63"/>
                </a:cubicBezTo>
                <a:cubicBezTo>
                  <a:pt x="399" y="54"/>
                  <a:pt x="417" y="28"/>
                  <a:pt x="417" y="19"/>
                </a:cubicBezTo>
                <a:cubicBezTo>
                  <a:pt x="426" y="19"/>
                  <a:pt x="417" y="10"/>
                  <a:pt x="408" y="10"/>
                </a:cubicBezTo>
                <a:cubicBezTo>
                  <a:pt x="399" y="19"/>
                  <a:pt x="346" y="36"/>
                  <a:pt x="337" y="72"/>
                </a:cubicBezTo>
                <a:cubicBezTo>
                  <a:pt x="328" y="98"/>
                  <a:pt x="346" y="125"/>
                  <a:pt x="319" y="151"/>
                </a:cubicBezTo>
                <a:cubicBezTo>
                  <a:pt x="284" y="187"/>
                  <a:pt x="284" y="187"/>
                  <a:pt x="284" y="187"/>
                </a:cubicBezTo>
                <a:cubicBezTo>
                  <a:pt x="319" y="231"/>
                  <a:pt x="319" y="231"/>
                  <a:pt x="319" y="231"/>
                </a:cubicBezTo>
                <a:cubicBezTo>
                  <a:pt x="364" y="187"/>
                  <a:pt x="364" y="187"/>
                  <a:pt x="364" y="187"/>
                </a:cubicBezTo>
                <a:cubicBezTo>
                  <a:pt x="372" y="178"/>
                  <a:pt x="391" y="169"/>
                  <a:pt x="408" y="178"/>
                </a:cubicBezTo>
                <a:cubicBezTo>
                  <a:pt x="452" y="187"/>
                  <a:pt x="470" y="169"/>
                  <a:pt x="488" y="143"/>
                </a:cubicBezTo>
                <a:cubicBezTo>
                  <a:pt x="497" y="116"/>
                  <a:pt x="497" y="72"/>
                  <a:pt x="497" y="63"/>
                </a:cubicBezTo>
                <a:close/>
                <a:moveTo>
                  <a:pt x="72" y="400"/>
                </a:moveTo>
                <a:lnTo>
                  <a:pt x="72" y="400"/>
                </a:lnTo>
                <a:cubicBezTo>
                  <a:pt x="62" y="408"/>
                  <a:pt x="62" y="417"/>
                  <a:pt x="72" y="417"/>
                </a:cubicBezTo>
                <a:cubicBezTo>
                  <a:pt x="89" y="444"/>
                  <a:pt x="89" y="444"/>
                  <a:pt x="89" y="444"/>
                </a:cubicBezTo>
                <a:cubicBezTo>
                  <a:pt x="97" y="444"/>
                  <a:pt x="107" y="444"/>
                  <a:pt x="107" y="435"/>
                </a:cubicBezTo>
                <a:cubicBezTo>
                  <a:pt x="231" y="320"/>
                  <a:pt x="231" y="320"/>
                  <a:pt x="231" y="320"/>
                </a:cubicBezTo>
                <a:cubicBezTo>
                  <a:pt x="195" y="275"/>
                  <a:pt x="195" y="275"/>
                  <a:pt x="195" y="275"/>
                </a:cubicBezTo>
                <a:lnTo>
                  <a:pt x="72" y="400"/>
                </a:lnTo>
                <a:close/>
              </a:path>
            </a:pathLst>
          </a:custGeom>
          <a:solidFill>
            <a:srgbClr val="C55A1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9" name="Google Shape;219;p27"/>
          <p:cNvSpPr/>
          <p:nvPr/>
        </p:nvSpPr>
        <p:spPr>
          <a:xfrm>
            <a:off x="1056392" y="3718617"/>
            <a:ext cx="804676" cy="541196"/>
          </a:xfrm>
          <a:custGeom>
            <a:avLst/>
            <a:gdLst/>
            <a:ahLst/>
            <a:cxnLst/>
            <a:rect l="l" t="t" r="r" b="b"/>
            <a:pathLst>
              <a:path w="497" h="337" extrusionOk="0">
                <a:moveTo>
                  <a:pt x="203" y="257"/>
                </a:moveTo>
                <a:lnTo>
                  <a:pt x="203" y="257"/>
                </a:lnTo>
                <a:cubicBezTo>
                  <a:pt x="186" y="283"/>
                  <a:pt x="194" y="310"/>
                  <a:pt x="221" y="327"/>
                </a:cubicBezTo>
                <a:cubicBezTo>
                  <a:pt x="239" y="336"/>
                  <a:pt x="266" y="336"/>
                  <a:pt x="283" y="310"/>
                </a:cubicBezTo>
                <a:cubicBezTo>
                  <a:pt x="301" y="274"/>
                  <a:pt x="407" y="9"/>
                  <a:pt x="398" y="9"/>
                </a:cubicBezTo>
                <a:cubicBezTo>
                  <a:pt x="389" y="0"/>
                  <a:pt x="221" y="230"/>
                  <a:pt x="203" y="257"/>
                </a:cubicBezTo>
                <a:close/>
                <a:moveTo>
                  <a:pt x="248" y="71"/>
                </a:moveTo>
                <a:lnTo>
                  <a:pt x="248" y="71"/>
                </a:lnTo>
                <a:cubicBezTo>
                  <a:pt x="257" y="71"/>
                  <a:pt x="266" y="71"/>
                  <a:pt x="274" y="71"/>
                </a:cubicBezTo>
                <a:cubicBezTo>
                  <a:pt x="292" y="53"/>
                  <a:pt x="301" y="44"/>
                  <a:pt x="310" y="26"/>
                </a:cubicBezTo>
                <a:cubicBezTo>
                  <a:pt x="292" y="17"/>
                  <a:pt x="274" y="17"/>
                  <a:pt x="248" y="17"/>
                </a:cubicBezTo>
                <a:cubicBezTo>
                  <a:pt x="106" y="17"/>
                  <a:pt x="0" y="133"/>
                  <a:pt x="0" y="283"/>
                </a:cubicBezTo>
                <a:cubicBezTo>
                  <a:pt x="0" y="292"/>
                  <a:pt x="0" y="301"/>
                  <a:pt x="0" y="310"/>
                </a:cubicBezTo>
                <a:cubicBezTo>
                  <a:pt x="0" y="327"/>
                  <a:pt x="17" y="336"/>
                  <a:pt x="26" y="336"/>
                </a:cubicBezTo>
                <a:cubicBezTo>
                  <a:pt x="44" y="336"/>
                  <a:pt x="53" y="319"/>
                  <a:pt x="53" y="310"/>
                </a:cubicBezTo>
                <a:cubicBezTo>
                  <a:pt x="53" y="301"/>
                  <a:pt x="53" y="292"/>
                  <a:pt x="53" y="283"/>
                </a:cubicBezTo>
                <a:cubicBezTo>
                  <a:pt x="53" y="160"/>
                  <a:pt x="132" y="71"/>
                  <a:pt x="248" y="71"/>
                </a:cubicBezTo>
                <a:close/>
                <a:moveTo>
                  <a:pt x="425" y="98"/>
                </a:moveTo>
                <a:lnTo>
                  <a:pt x="425" y="98"/>
                </a:lnTo>
                <a:cubicBezTo>
                  <a:pt x="416" y="115"/>
                  <a:pt x="416" y="133"/>
                  <a:pt x="407" y="151"/>
                </a:cubicBezTo>
                <a:cubicBezTo>
                  <a:pt x="433" y="186"/>
                  <a:pt x="442" y="239"/>
                  <a:pt x="442" y="283"/>
                </a:cubicBezTo>
                <a:cubicBezTo>
                  <a:pt x="442" y="292"/>
                  <a:pt x="442" y="301"/>
                  <a:pt x="442" y="310"/>
                </a:cubicBezTo>
                <a:cubicBezTo>
                  <a:pt x="442" y="319"/>
                  <a:pt x="451" y="336"/>
                  <a:pt x="469" y="336"/>
                </a:cubicBezTo>
                <a:lnTo>
                  <a:pt x="469" y="336"/>
                </a:lnTo>
                <a:cubicBezTo>
                  <a:pt x="478" y="336"/>
                  <a:pt x="496" y="327"/>
                  <a:pt x="496" y="310"/>
                </a:cubicBezTo>
                <a:cubicBezTo>
                  <a:pt x="496" y="301"/>
                  <a:pt x="496" y="292"/>
                  <a:pt x="496" y="283"/>
                </a:cubicBezTo>
                <a:cubicBezTo>
                  <a:pt x="496" y="213"/>
                  <a:pt x="469" y="151"/>
                  <a:pt x="425" y="98"/>
                </a:cubicBezTo>
                <a:close/>
              </a:path>
            </a:pathLst>
          </a:custGeom>
          <a:solidFill>
            <a:srgbClr val="C55A1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0" name="Google Shape;220;p27"/>
          <p:cNvSpPr/>
          <p:nvPr/>
        </p:nvSpPr>
        <p:spPr>
          <a:xfrm>
            <a:off x="21852430" y="3862083"/>
            <a:ext cx="747702" cy="605287"/>
          </a:xfrm>
          <a:custGeom>
            <a:avLst/>
            <a:gdLst/>
            <a:ahLst/>
            <a:cxnLst/>
            <a:rect l="l" t="t" r="r" b="b"/>
            <a:pathLst>
              <a:path w="462" h="373" extrusionOk="0">
                <a:moveTo>
                  <a:pt x="444" y="9"/>
                </a:moveTo>
                <a:lnTo>
                  <a:pt x="444" y="9"/>
                </a:lnTo>
                <a:cubicBezTo>
                  <a:pt x="434" y="9"/>
                  <a:pt x="18" y="160"/>
                  <a:pt x="9" y="160"/>
                </a:cubicBezTo>
                <a:cubicBezTo>
                  <a:pt x="0" y="160"/>
                  <a:pt x="0" y="169"/>
                  <a:pt x="9" y="169"/>
                </a:cubicBezTo>
                <a:cubicBezTo>
                  <a:pt x="18" y="177"/>
                  <a:pt x="98" y="213"/>
                  <a:pt x="98" y="213"/>
                </a:cubicBezTo>
                <a:lnTo>
                  <a:pt x="98" y="213"/>
                </a:lnTo>
                <a:cubicBezTo>
                  <a:pt x="160" y="230"/>
                  <a:pt x="160" y="230"/>
                  <a:pt x="160" y="230"/>
                </a:cubicBezTo>
                <a:cubicBezTo>
                  <a:pt x="160" y="230"/>
                  <a:pt x="425" y="35"/>
                  <a:pt x="434" y="35"/>
                </a:cubicBezTo>
                <a:cubicBezTo>
                  <a:pt x="434" y="26"/>
                  <a:pt x="434" y="35"/>
                  <a:pt x="434" y="35"/>
                </a:cubicBezTo>
                <a:lnTo>
                  <a:pt x="240" y="248"/>
                </a:lnTo>
                <a:lnTo>
                  <a:pt x="240" y="248"/>
                </a:lnTo>
                <a:cubicBezTo>
                  <a:pt x="231" y="257"/>
                  <a:pt x="231" y="257"/>
                  <a:pt x="231" y="257"/>
                </a:cubicBezTo>
                <a:cubicBezTo>
                  <a:pt x="240" y="266"/>
                  <a:pt x="240" y="266"/>
                  <a:pt x="240" y="266"/>
                </a:cubicBezTo>
                <a:lnTo>
                  <a:pt x="240" y="266"/>
                </a:lnTo>
                <a:cubicBezTo>
                  <a:pt x="240" y="266"/>
                  <a:pt x="363" y="328"/>
                  <a:pt x="363" y="337"/>
                </a:cubicBezTo>
                <a:cubicBezTo>
                  <a:pt x="372" y="337"/>
                  <a:pt x="381" y="337"/>
                  <a:pt x="390" y="328"/>
                </a:cubicBezTo>
                <a:cubicBezTo>
                  <a:pt x="390" y="319"/>
                  <a:pt x="461" y="26"/>
                  <a:pt x="461" y="18"/>
                </a:cubicBezTo>
                <a:cubicBezTo>
                  <a:pt x="461" y="9"/>
                  <a:pt x="453" y="0"/>
                  <a:pt x="444" y="9"/>
                </a:cubicBezTo>
                <a:close/>
                <a:moveTo>
                  <a:pt x="160" y="363"/>
                </a:moveTo>
                <a:lnTo>
                  <a:pt x="160" y="363"/>
                </a:lnTo>
                <a:cubicBezTo>
                  <a:pt x="160" y="372"/>
                  <a:pt x="160" y="372"/>
                  <a:pt x="169" y="372"/>
                </a:cubicBezTo>
                <a:cubicBezTo>
                  <a:pt x="169" y="363"/>
                  <a:pt x="240" y="310"/>
                  <a:pt x="240" y="310"/>
                </a:cubicBezTo>
                <a:cubicBezTo>
                  <a:pt x="160" y="266"/>
                  <a:pt x="160" y="266"/>
                  <a:pt x="160" y="266"/>
                </a:cubicBezTo>
                <a:lnTo>
                  <a:pt x="160" y="363"/>
                </a:lnTo>
                <a:close/>
              </a:path>
            </a:pathLst>
          </a:custGeom>
          <a:solidFill>
            <a:srgbClr val="C55A11"/>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1" name="Google Shape;221;p27"/>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10</a:t>
            </a:fld>
            <a:endParaRPr dirty="0"/>
          </a:p>
        </p:txBody>
      </p:sp>
      <p:pic>
        <p:nvPicPr>
          <p:cNvPr id="222" name="Google Shape;222;p27"/>
          <p:cNvPicPr preferRelativeResize="0"/>
          <p:nvPr/>
        </p:nvPicPr>
        <p:blipFill rotWithShape="1">
          <a:blip r:embed="rId3">
            <a:alphaModFix/>
          </a:blip>
          <a:srcRect/>
          <a:stretch/>
        </p:blipFill>
        <p:spPr>
          <a:xfrm>
            <a:off x="1282540" y="11467890"/>
            <a:ext cx="2584065" cy="1739599"/>
          </a:xfrm>
          <a:prstGeom prst="rect">
            <a:avLst/>
          </a:prstGeom>
          <a:noFill/>
          <a:ln>
            <a:noFill/>
          </a:ln>
        </p:spPr>
      </p:pic>
      <p:sp>
        <p:nvSpPr>
          <p:cNvPr id="2" name="Google Shape;215;p27">
            <a:extLst>
              <a:ext uri="{FF2B5EF4-FFF2-40B4-BE49-F238E27FC236}">
                <a16:creationId xmlns:a16="http://schemas.microsoft.com/office/drawing/2014/main" id="{852D43C1-541B-0FBF-980F-F907A63AF9FA}"/>
              </a:ext>
            </a:extLst>
          </p:cNvPr>
          <p:cNvSpPr txBox="1"/>
          <p:nvPr/>
        </p:nvSpPr>
        <p:spPr>
          <a:xfrm>
            <a:off x="20494523" y="5848926"/>
            <a:ext cx="3284917" cy="5959570"/>
          </a:xfrm>
          <a:prstGeom prst="rect">
            <a:avLst/>
          </a:prstGeom>
          <a:noFill/>
          <a:ln>
            <a:noFill/>
          </a:ln>
        </p:spPr>
        <p:txBody>
          <a:bodyPr spcFirstLastPara="1" wrap="square" lIns="243725" tIns="121850" rIns="243725" bIns="121850" anchor="t" anchorCtr="0">
            <a:noAutofit/>
          </a:bodyPr>
          <a:lstStyle/>
          <a:p>
            <a:pPr marL="0" marR="0" lvl="0" indent="0" algn="l" rtl="0">
              <a:spcBef>
                <a:spcPts val="0"/>
              </a:spcBef>
              <a:spcAft>
                <a:spcPts val="0"/>
              </a:spcAft>
              <a:buClr>
                <a:schemeClr val="dk2"/>
              </a:buClr>
              <a:buSzPts val="3200"/>
              <a:buFont typeface="Arial"/>
              <a:buNone/>
            </a:pPr>
            <a:r>
              <a:rPr lang="tr-TR" sz="4000" b="1" dirty="0">
                <a:solidFill>
                  <a:schemeClr val="tx1"/>
                </a:solidFill>
                <a:latin typeface="Calibri"/>
                <a:ea typeface="Calibri"/>
                <a:cs typeface="Calibri"/>
                <a:sym typeface="Calibri"/>
              </a:rPr>
              <a:t>Final Report Delivery</a:t>
            </a:r>
            <a:endParaRPr sz="4000" dirty="0">
              <a:solidFill>
                <a:schemeClr val="tx1"/>
              </a:solidFill>
            </a:endParaRPr>
          </a:p>
          <a:p>
            <a:pPr marL="0" marR="0" lvl="0" indent="0" algn="l" rtl="0">
              <a:spcBef>
                <a:spcPts val="560"/>
              </a:spcBef>
              <a:spcAft>
                <a:spcPts val="0"/>
              </a:spcAft>
              <a:buClr>
                <a:schemeClr val="dk2"/>
              </a:buClr>
              <a:buSzPts val="2800"/>
              <a:buFont typeface="Arial"/>
              <a:buNone/>
            </a:pPr>
            <a:endParaRPr lang="tr-TR" sz="2800" dirty="0">
              <a:solidFill>
                <a:schemeClr val="tx1"/>
              </a:solidFill>
              <a:latin typeface="Calibri"/>
              <a:ea typeface="Calibri"/>
              <a:cs typeface="Calibri"/>
              <a:sym typeface="Calibri"/>
            </a:endParaRPr>
          </a:p>
          <a:p>
            <a:pPr marL="0" marR="0" lvl="0" indent="0" algn="l" rtl="0">
              <a:spcBef>
                <a:spcPts val="560"/>
              </a:spcBef>
              <a:spcAft>
                <a:spcPts val="0"/>
              </a:spcAft>
              <a:buClr>
                <a:schemeClr val="dk2"/>
              </a:buClr>
              <a:buSzPts val="2800"/>
              <a:buFont typeface="Arial"/>
              <a:buNone/>
            </a:pPr>
            <a:r>
              <a:rPr lang="en-GB" sz="2800" dirty="0">
                <a:solidFill>
                  <a:schemeClr val="tx1"/>
                </a:solidFill>
                <a:latin typeface="Calibri"/>
                <a:ea typeface="Calibri"/>
                <a:cs typeface="Calibri"/>
                <a:sym typeface="Calibri"/>
              </a:rPr>
              <a:t>Following various feedback from </a:t>
            </a:r>
            <a:r>
              <a:rPr lang="en-GB" sz="2800" dirty="0" err="1">
                <a:solidFill>
                  <a:schemeClr val="tx1"/>
                </a:solidFill>
                <a:latin typeface="Calibri"/>
                <a:ea typeface="Calibri"/>
                <a:cs typeface="Calibri"/>
                <a:sym typeface="Calibri"/>
              </a:rPr>
              <a:t>İpek</a:t>
            </a:r>
            <a:r>
              <a:rPr lang="en-GB" sz="2800" dirty="0">
                <a:solidFill>
                  <a:schemeClr val="tx1"/>
                </a:solidFill>
                <a:latin typeface="Calibri"/>
                <a:ea typeface="Calibri"/>
                <a:cs typeface="Calibri"/>
                <a:sym typeface="Calibri"/>
              </a:rPr>
              <a:t> Baz, the thesis</a:t>
            </a:r>
            <a:r>
              <a:rPr lang="tr-TR" sz="2800" dirty="0">
                <a:solidFill>
                  <a:schemeClr val="tx1"/>
                </a:solidFill>
                <a:latin typeface="Calibri"/>
                <a:ea typeface="Calibri"/>
                <a:cs typeface="Calibri"/>
                <a:sym typeface="Calibri"/>
              </a:rPr>
              <a:t> </a:t>
            </a:r>
            <a:r>
              <a:rPr lang="tr-TR" sz="2800" dirty="0" err="1">
                <a:solidFill>
                  <a:schemeClr val="tx1"/>
                </a:solidFill>
                <a:latin typeface="Calibri"/>
                <a:ea typeface="Calibri"/>
                <a:cs typeface="Calibri"/>
                <a:sym typeface="Calibri"/>
              </a:rPr>
              <a:t>was</a:t>
            </a:r>
            <a:r>
              <a:rPr lang="en-GB" sz="2800" dirty="0">
                <a:solidFill>
                  <a:schemeClr val="tx1"/>
                </a:solidFill>
                <a:latin typeface="Calibri"/>
                <a:ea typeface="Calibri"/>
                <a:cs typeface="Calibri"/>
                <a:sym typeface="Calibri"/>
              </a:rPr>
              <a:t> finalized and submitted.</a:t>
            </a:r>
            <a:endParaRPr dirty="0">
              <a:solidFill>
                <a:schemeClr val="tx1"/>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BF4CD7F-7E78-A724-12B4-8ABFA2507DB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7" name="Picture 6" descr="A screenshot of a computer program&#10;&#10;Description automatically generated">
            <a:extLst>
              <a:ext uri="{FF2B5EF4-FFF2-40B4-BE49-F238E27FC236}">
                <a16:creationId xmlns:a16="http://schemas.microsoft.com/office/drawing/2014/main" id="{4D11ABE6-D9E8-E34E-623F-E1B5DF798F25}"/>
              </a:ext>
            </a:extLst>
          </p:cNvPr>
          <p:cNvPicPr>
            <a:picLocks noChangeAspect="1"/>
          </p:cNvPicPr>
          <p:nvPr/>
        </p:nvPicPr>
        <p:blipFill>
          <a:blip r:embed="rId2"/>
          <a:stretch>
            <a:fillRect/>
          </a:stretch>
        </p:blipFill>
        <p:spPr>
          <a:xfrm>
            <a:off x="1541702" y="2652649"/>
            <a:ext cx="7718125" cy="3980607"/>
          </a:xfrm>
          <a:prstGeom prst="rect">
            <a:avLst/>
          </a:prstGeom>
          <a:ln w="88900" cap="sq" cmpd="thickThin">
            <a:solidFill>
              <a:srgbClr val="000000"/>
            </a:solidFill>
            <a:prstDash val="solid"/>
            <a:miter lim="800000"/>
          </a:ln>
          <a:effectLst>
            <a:innerShdw blurRad="76200">
              <a:srgbClr val="000000"/>
            </a:innerShdw>
          </a:effectLst>
        </p:spPr>
      </p:pic>
      <p:pic>
        <p:nvPicPr>
          <p:cNvPr id="9" name="Picture 8" descr="A computer code with text&#10;&#10;Description automatically generated">
            <a:extLst>
              <a:ext uri="{FF2B5EF4-FFF2-40B4-BE49-F238E27FC236}">
                <a16:creationId xmlns:a16="http://schemas.microsoft.com/office/drawing/2014/main" id="{32A999B9-E49B-4C7D-DF3B-A7BD466D0B56}"/>
              </a:ext>
            </a:extLst>
          </p:cNvPr>
          <p:cNvPicPr>
            <a:picLocks noChangeAspect="1"/>
          </p:cNvPicPr>
          <p:nvPr/>
        </p:nvPicPr>
        <p:blipFill>
          <a:blip r:embed="rId3"/>
          <a:stretch>
            <a:fillRect/>
          </a:stretch>
        </p:blipFill>
        <p:spPr>
          <a:xfrm>
            <a:off x="1541702" y="7017443"/>
            <a:ext cx="10171420" cy="1792664"/>
          </a:xfrm>
          <a:prstGeom prst="rect">
            <a:avLst/>
          </a:prstGeom>
          <a:ln w="88900" cap="sq" cmpd="thickThin">
            <a:solidFill>
              <a:srgbClr val="000000"/>
            </a:solidFill>
            <a:prstDash val="solid"/>
            <a:miter lim="800000"/>
          </a:ln>
          <a:effectLst>
            <a:innerShdw blurRad="76200">
              <a:srgbClr val="000000"/>
            </a:innerShdw>
          </a:effectLst>
        </p:spPr>
      </p:pic>
      <p:pic>
        <p:nvPicPr>
          <p:cNvPr id="13" name="Picture 12" descr="A close-up of a computer code&#10;&#10;Description automatically generated">
            <a:extLst>
              <a:ext uri="{FF2B5EF4-FFF2-40B4-BE49-F238E27FC236}">
                <a16:creationId xmlns:a16="http://schemas.microsoft.com/office/drawing/2014/main" id="{8EFDFD09-1B5D-6B73-1963-86D57BA92972}"/>
              </a:ext>
            </a:extLst>
          </p:cNvPr>
          <p:cNvPicPr>
            <a:picLocks noChangeAspect="1"/>
          </p:cNvPicPr>
          <p:nvPr/>
        </p:nvPicPr>
        <p:blipFill>
          <a:blip r:embed="rId4"/>
          <a:stretch>
            <a:fillRect/>
          </a:stretch>
        </p:blipFill>
        <p:spPr>
          <a:xfrm>
            <a:off x="1549638" y="11860011"/>
            <a:ext cx="6957116" cy="1582939"/>
          </a:xfrm>
          <a:prstGeom prst="rect">
            <a:avLst/>
          </a:prstGeom>
          <a:ln w="88900" cap="sq" cmpd="thickThin">
            <a:solidFill>
              <a:srgbClr val="000000"/>
            </a:solidFill>
            <a:prstDash val="solid"/>
            <a:miter lim="800000"/>
          </a:ln>
          <a:effectLst>
            <a:innerShdw blurRad="76200">
              <a:srgbClr val="000000"/>
            </a:innerShdw>
          </a:effectLst>
        </p:spPr>
      </p:pic>
      <p:pic>
        <p:nvPicPr>
          <p:cNvPr id="15" name="Picture 14" descr="A black text with black letters&#10;&#10;Description automatically generated">
            <a:extLst>
              <a:ext uri="{FF2B5EF4-FFF2-40B4-BE49-F238E27FC236}">
                <a16:creationId xmlns:a16="http://schemas.microsoft.com/office/drawing/2014/main" id="{8A941F8D-B963-3609-27D0-E3EAC8556D44}"/>
              </a:ext>
            </a:extLst>
          </p:cNvPr>
          <p:cNvPicPr>
            <a:picLocks noChangeAspect="1"/>
          </p:cNvPicPr>
          <p:nvPr/>
        </p:nvPicPr>
        <p:blipFill>
          <a:blip r:embed="rId5"/>
          <a:stretch>
            <a:fillRect/>
          </a:stretch>
        </p:blipFill>
        <p:spPr>
          <a:xfrm>
            <a:off x="12930785" y="1053290"/>
            <a:ext cx="8422031" cy="1419714"/>
          </a:xfrm>
          <a:prstGeom prst="rect">
            <a:avLst/>
          </a:prstGeom>
          <a:ln w="88900" cap="sq" cmpd="thickThin">
            <a:solidFill>
              <a:srgbClr val="000000"/>
            </a:solidFill>
            <a:prstDash val="solid"/>
            <a:miter lim="800000"/>
          </a:ln>
          <a:effectLst>
            <a:innerShdw blurRad="76200">
              <a:srgbClr val="000000"/>
            </a:innerShdw>
          </a:effectLst>
        </p:spPr>
      </p:pic>
      <p:pic>
        <p:nvPicPr>
          <p:cNvPr id="17" name="Picture 16" descr="A screen shot of a computer program&#10;&#10;Description automatically generated">
            <a:extLst>
              <a:ext uri="{FF2B5EF4-FFF2-40B4-BE49-F238E27FC236}">
                <a16:creationId xmlns:a16="http://schemas.microsoft.com/office/drawing/2014/main" id="{197F1CFE-AF33-B000-0952-27391D9EB266}"/>
              </a:ext>
            </a:extLst>
          </p:cNvPr>
          <p:cNvPicPr>
            <a:picLocks noChangeAspect="1"/>
          </p:cNvPicPr>
          <p:nvPr/>
        </p:nvPicPr>
        <p:blipFill>
          <a:blip r:embed="rId6"/>
          <a:stretch>
            <a:fillRect/>
          </a:stretch>
        </p:blipFill>
        <p:spPr>
          <a:xfrm>
            <a:off x="12956553" y="2794622"/>
            <a:ext cx="9879395" cy="5813093"/>
          </a:xfrm>
          <a:prstGeom prst="rect">
            <a:avLst/>
          </a:prstGeom>
          <a:ln w="88900" cap="sq" cmpd="thickThin">
            <a:solidFill>
              <a:srgbClr val="000000"/>
            </a:solidFill>
            <a:prstDash val="solid"/>
            <a:miter lim="800000"/>
          </a:ln>
          <a:effectLst>
            <a:innerShdw blurRad="76200">
              <a:srgbClr val="000000"/>
            </a:innerShdw>
          </a:effectLst>
        </p:spPr>
      </p:pic>
      <p:sp>
        <p:nvSpPr>
          <p:cNvPr id="20" name="TextBox 19">
            <a:extLst>
              <a:ext uri="{FF2B5EF4-FFF2-40B4-BE49-F238E27FC236}">
                <a16:creationId xmlns:a16="http://schemas.microsoft.com/office/drawing/2014/main" id="{402A420E-38E8-886E-380E-438D96690CAE}"/>
              </a:ext>
            </a:extLst>
          </p:cNvPr>
          <p:cNvSpPr txBox="1"/>
          <p:nvPr/>
        </p:nvSpPr>
        <p:spPr>
          <a:xfrm>
            <a:off x="8323879" y="0"/>
            <a:ext cx="6460433" cy="1015663"/>
          </a:xfrm>
          <a:prstGeom prst="rect">
            <a:avLst/>
          </a:prstGeom>
          <a:noFill/>
        </p:spPr>
        <p:txBody>
          <a:bodyPr wrap="square" rtlCol="0">
            <a:spAutoFit/>
          </a:bodyPr>
          <a:lstStyle/>
          <a:p>
            <a:pPr algn="ctr"/>
            <a:r>
              <a:rPr lang="tr-TR" sz="6000" b="1" dirty="0">
                <a:latin typeface="Calibri" panose="020F0502020204030204" pitchFamily="34" charset="0"/>
                <a:ea typeface="Calibri" panose="020F0502020204030204" pitchFamily="34" charset="0"/>
                <a:cs typeface="Calibri" panose="020F0502020204030204" pitchFamily="34" charset="0"/>
              </a:rPr>
              <a:t>THE CODE</a:t>
            </a:r>
            <a:endParaRPr lang="en-GB" sz="6000" b="1" dirty="0">
              <a:latin typeface="Calibri" panose="020F0502020204030204" pitchFamily="34" charset="0"/>
              <a:ea typeface="Calibri" panose="020F0502020204030204" pitchFamily="34" charset="0"/>
              <a:cs typeface="Calibri" panose="020F0502020204030204" pitchFamily="34" charset="0"/>
            </a:endParaRPr>
          </a:p>
        </p:txBody>
      </p:sp>
      <p:pic>
        <p:nvPicPr>
          <p:cNvPr id="8" name="Picture 7" descr="A white background with black text&#10;&#10;Description automatically generated">
            <a:extLst>
              <a:ext uri="{FF2B5EF4-FFF2-40B4-BE49-F238E27FC236}">
                <a16:creationId xmlns:a16="http://schemas.microsoft.com/office/drawing/2014/main" id="{0F8D458D-25F3-4566-D977-B6D36FEE7CED}"/>
              </a:ext>
            </a:extLst>
          </p:cNvPr>
          <p:cNvPicPr>
            <a:picLocks noChangeAspect="1"/>
          </p:cNvPicPr>
          <p:nvPr/>
        </p:nvPicPr>
        <p:blipFill>
          <a:blip r:embed="rId7"/>
          <a:stretch>
            <a:fillRect/>
          </a:stretch>
        </p:blipFill>
        <p:spPr>
          <a:xfrm>
            <a:off x="1541702" y="390840"/>
            <a:ext cx="2816435" cy="1877623"/>
          </a:xfrm>
          <a:prstGeom prst="rect">
            <a:avLst/>
          </a:prstGeom>
          <a:ln w="88900" cap="sq" cmpd="thickThin">
            <a:solidFill>
              <a:srgbClr val="000000"/>
            </a:solidFill>
            <a:prstDash val="solid"/>
            <a:miter lim="800000"/>
          </a:ln>
          <a:effectLst>
            <a:innerShdw blurRad="76200">
              <a:srgbClr val="000000"/>
            </a:innerShdw>
          </a:effectLst>
        </p:spPr>
      </p:pic>
      <p:pic>
        <p:nvPicPr>
          <p:cNvPr id="16" name="Picture 15" descr="A screenshot of a computer code&#10;&#10;Description automatically generated">
            <a:extLst>
              <a:ext uri="{FF2B5EF4-FFF2-40B4-BE49-F238E27FC236}">
                <a16:creationId xmlns:a16="http://schemas.microsoft.com/office/drawing/2014/main" id="{99B89D55-154B-370E-7CFD-8B636DAA5FFE}"/>
              </a:ext>
            </a:extLst>
          </p:cNvPr>
          <p:cNvPicPr>
            <a:picLocks noChangeAspect="1"/>
          </p:cNvPicPr>
          <p:nvPr/>
        </p:nvPicPr>
        <p:blipFill>
          <a:blip r:embed="rId8"/>
          <a:stretch>
            <a:fillRect/>
          </a:stretch>
        </p:blipFill>
        <p:spPr>
          <a:xfrm>
            <a:off x="1541702" y="9192550"/>
            <a:ext cx="8786058" cy="2285018"/>
          </a:xfrm>
          <a:prstGeom prst="rect">
            <a:avLst/>
          </a:prstGeom>
          <a:ln w="88900" cap="sq" cmpd="thickThin">
            <a:solidFill>
              <a:srgbClr val="000000"/>
            </a:solidFill>
            <a:prstDash val="solid"/>
            <a:miter lim="800000"/>
          </a:ln>
          <a:effectLst>
            <a:innerShdw blurRad="76200">
              <a:srgbClr val="000000"/>
            </a:innerShdw>
          </a:effectLst>
        </p:spPr>
      </p:pic>
      <p:pic>
        <p:nvPicPr>
          <p:cNvPr id="21" name="Picture 20" descr="A close-up of a computer screen&#10;&#10;Description automatically generated">
            <a:extLst>
              <a:ext uri="{FF2B5EF4-FFF2-40B4-BE49-F238E27FC236}">
                <a16:creationId xmlns:a16="http://schemas.microsoft.com/office/drawing/2014/main" id="{2F9EDBB4-D750-1686-1C71-923178A7E4B5}"/>
              </a:ext>
            </a:extLst>
          </p:cNvPr>
          <p:cNvPicPr>
            <a:picLocks noChangeAspect="1"/>
          </p:cNvPicPr>
          <p:nvPr/>
        </p:nvPicPr>
        <p:blipFill>
          <a:blip r:embed="rId9"/>
          <a:stretch>
            <a:fillRect/>
          </a:stretch>
        </p:blipFill>
        <p:spPr>
          <a:xfrm>
            <a:off x="12930785" y="9192550"/>
            <a:ext cx="10480672" cy="1683154"/>
          </a:xfrm>
          <a:prstGeom prst="rect">
            <a:avLst/>
          </a:prstGeom>
          <a:ln w="88900" cap="sq" cmpd="thickThin">
            <a:solidFill>
              <a:srgbClr val="000000"/>
            </a:solidFill>
            <a:prstDash val="solid"/>
            <a:miter lim="800000"/>
          </a:ln>
          <a:effectLst>
            <a:innerShdw blurRad="76200">
              <a:srgbClr val="000000"/>
            </a:innerShdw>
          </a:effectLst>
        </p:spPr>
      </p:pic>
      <p:pic>
        <p:nvPicPr>
          <p:cNvPr id="23" name="Picture 22" descr="A screenshot of a computer code&#10;&#10;Description automatically generated">
            <a:extLst>
              <a:ext uri="{FF2B5EF4-FFF2-40B4-BE49-F238E27FC236}">
                <a16:creationId xmlns:a16="http://schemas.microsoft.com/office/drawing/2014/main" id="{A1166192-FBDF-57C7-5636-2EFE19346E0D}"/>
              </a:ext>
            </a:extLst>
          </p:cNvPr>
          <p:cNvPicPr>
            <a:picLocks noChangeAspect="1"/>
          </p:cNvPicPr>
          <p:nvPr/>
        </p:nvPicPr>
        <p:blipFill>
          <a:blip r:embed="rId10"/>
          <a:stretch>
            <a:fillRect/>
          </a:stretch>
        </p:blipFill>
        <p:spPr>
          <a:xfrm>
            <a:off x="12930785" y="11283245"/>
            <a:ext cx="5484971" cy="2145665"/>
          </a:xfrm>
          <a:prstGeom prst="rect">
            <a:avLst/>
          </a:prstGeom>
          <a:ln w="88900" cap="sq" cmpd="thickThin">
            <a:solidFill>
              <a:srgbClr val="000000"/>
            </a:solidFill>
            <a:prstDash val="solid"/>
            <a:miter lim="800000"/>
          </a:ln>
          <a:effectLst>
            <a:innerShdw blurRad="76200">
              <a:srgbClr val="000000"/>
            </a:innerShdw>
          </a:effectLst>
        </p:spPr>
      </p:pic>
    </p:spTree>
    <p:extLst>
      <p:ext uri="{BB962C8B-B14F-4D97-AF65-F5344CB8AC3E}">
        <p14:creationId xmlns:p14="http://schemas.microsoft.com/office/powerpoint/2010/main" val="1109559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9" name="Google Shape;249;p29"/>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12</a:t>
            </a:fld>
            <a:endParaRPr/>
          </a:p>
        </p:txBody>
      </p:sp>
      <p:pic>
        <p:nvPicPr>
          <p:cNvPr id="250" name="Google Shape;250;p29"/>
          <p:cNvPicPr preferRelativeResize="0"/>
          <p:nvPr/>
        </p:nvPicPr>
        <p:blipFill rotWithShape="1">
          <a:blip r:embed="rId3">
            <a:alphaModFix/>
          </a:blip>
          <a:srcRect/>
          <a:stretch/>
        </p:blipFill>
        <p:spPr>
          <a:xfrm>
            <a:off x="1282540" y="11467890"/>
            <a:ext cx="2584065" cy="1739599"/>
          </a:xfrm>
          <a:prstGeom prst="rect">
            <a:avLst/>
          </a:prstGeom>
          <a:noFill/>
          <a:ln>
            <a:noFill/>
          </a:ln>
        </p:spPr>
      </p:pic>
      <p:sp>
        <p:nvSpPr>
          <p:cNvPr id="251" name="Google Shape;251;p29"/>
          <p:cNvSpPr txBox="1"/>
          <p:nvPr/>
        </p:nvSpPr>
        <p:spPr>
          <a:xfrm>
            <a:off x="8001964" y="212289"/>
            <a:ext cx="7980158" cy="101562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6000" b="1" dirty="0">
                <a:solidFill>
                  <a:schemeClr val="dk1"/>
                </a:solidFill>
                <a:latin typeface="Calibri"/>
                <a:ea typeface="Calibri"/>
                <a:cs typeface="Calibri"/>
                <a:sym typeface="Calibri"/>
              </a:rPr>
              <a:t>Problem</a:t>
            </a:r>
            <a:r>
              <a:rPr lang="en-US" sz="6000" dirty="0">
                <a:solidFill>
                  <a:schemeClr val="dk1"/>
                </a:solidFill>
                <a:latin typeface="Calibri"/>
                <a:ea typeface="Calibri"/>
                <a:cs typeface="Calibri"/>
                <a:sym typeface="Calibri"/>
              </a:rPr>
              <a:t> </a:t>
            </a:r>
            <a:r>
              <a:rPr lang="en-US" sz="6000" b="1" dirty="0">
                <a:solidFill>
                  <a:schemeClr val="dk1"/>
                </a:solidFill>
                <a:latin typeface="Calibri"/>
                <a:ea typeface="Calibri"/>
                <a:cs typeface="Calibri"/>
                <a:sym typeface="Calibri"/>
              </a:rPr>
              <a:t>Solving</a:t>
            </a:r>
            <a:endParaRPr sz="6000" b="1" dirty="0"/>
          </a:p>
        </p:txBody>
      </p:sp>
      <p:graphicFrame>
        <p:nvGraphicFramePr>
          <p:cNvPr id="6" name="Diagram 5">
            <a:extLst>
              <a:ext uri="{FF2B5EF4-FFF2-40B4-BE49-F238E27FC236}">
                <a16:creationId xmlns:a16="http://schemas.microsoft.com/office/drawing/2014/main" id="{888985FD-93C6-EF8F-AC24-27CBE7DC198E}"/>
              </a:ext>
            </a:extLst>
          </p:cNvPr>
          <p:cNvGraphicFramePr/>
          <p:nvPr>
            <p:extLst>
              <p:ext uri="{D42A27DB-BD31-4B8C-83A1-F6EECF244321}">
                <p14:modId xmlns:p14="http://schemas.microsoft.com/office/powerpoint/2010/main" val="3364056461"/>
              </p:ext>
            </p:extLst>
          </p:nvPr>
        </p:nvGraphicFramePr>
        <p:xfrm>
          <a:off x="1" y="151529"/>
          <a:ext cx="24377649" cy="132914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30"/>
          <p:cNvSpPr txBox="1">
            <a:spLocks noGrp="1"/>
          </p:cNvSpPr>
          <p:nvPr>
            <p:ph type="body" idx="1"/>
          </p:nvPr>
        </p:nvSpPr>
        <p:spPr>
          <a:xfrm>
            <a:off x="6718666" y="1347440"/>
            <a:ext cx="10940318" cy="1538549"/>
          </a:xfrm>
          <a:prstGeom prst="rect">
            <a:avLst/>
          </a:prstGeom>
          <a:noFill/>
          <a:ln>
            <a:noFill/>
          </a:ln>
        </p:spPr>
        <p:txBody>
          <a:bodyPr spcFirstLastPara="1" wrap="square" lIns="0" tIns="45700" rIns="91425" bIns="45700" anchor="t" anchorCtr="0">
            <a:normAutofit/>
          </a:bodyPr>
          <a:lstStyle/>
          <a:p>
            <a:pPr marL="0" lvl="0" indent="0" algn="ctr" rtl="0">
              <a:lnSpc>
                <a:spcPct val="90000"/>
              </a:lnSpc>
              <a:spcBef>
                <a:spcPts val="0"/>
              </a:spcBef>
              <a:spcAft>
                <a:spcPts val="0"/>
              </a:spcAft>
              <a:buClr>
                <a:srgbClr val="7F7F7F"/>
              </a:buClr>
              <a:buSzPts val="10600"/>
              <a:buNone/>
            </a:pPr>
            <a:r>
              <a:rPr lang="en-US" sz="6000" b="1" dirty="0">
                <a:solidFill>
                  <a:schemeClr val="tx1"/>
                </a:solidFill>
                <a:latin typeface="Calibri" panose="020F0502020204030204" pitchFamily="34" charset="0"/>
                <a:ea typeface="Calibri" panose="020F0502020204030204" pitchFamily="34" charset="0"/>
                <a:cs typeface="Calibri" panose="020F0502020204030204" pitchFamily="34" charset="0"/>
              </a:rPr>
              <a:t>Reach Goals</a:t>
            </a:r>
            <a:endParaRPr sz="6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57" name="Google Shape;257;p30"/>
          <p:cNvSpPr txBox="1"/>
          <p:nvPr/>
        </p:nvSpPr>
        <p:spPr>
          <a:xfrm>
            <a:off x="3753110" y="3706862"/>
            <a:ext cx="15687828" cy="809933"/>
          </a:xfrm>
          <a:prstGeom prst="rect">
            <a:avLst/>
          </a:prstGeom>
          <a:noFill/>
          <a:ln>
            <a:noFill/>
          </a:ln>
        </p:spPr>
        <p:txBody>
          <a:bodyPr spcFirstLastPara="1" wrap="square" lIns="0" tIns="191950" rIns="0" bIns="191950" anchor="t" anchorCtr="0">
            <a:noAutofit/>
          </a:bodyPr>
          <a:lstStyle/>
          <a:p>
            <a:pPr marL="0" marR="0" lvl="0" indent="0" algn="l" rtl="0">
              <a:lnSpc>
                <a:spcPct val="90000"/>
              </a:lnSpc>
              <a:spcBef>
                <a:spcPts val="0"/>
              </a:spcBef>
              <a:spcAft>
                <a:spcPts val="0"/>
              </a:spcAft>
              <a:buClr>
                <a:srgbClr val="7F7F7F"/>
              </a:buClr>
              <a:buSzPts val="2666"/>
              <a:buFont typeface="Arial"/>
              <a:buNone/>
            </a:pPr>
            <a:r>
              <a:rPr lang="tr-TR" sz="4000" b="1" dirty="0" err="1">
                <a:latin typeface="Calibri" panose="020F0502020204030204" pitchFamily="34" charset="0"/>
                <a:ea typeface="Calibri" panose="020F0502020204030204" pitchFamily="34" charset="0"/>
                <a:cs typeface="Calibri" panose="020F0502020204030204" pitchFamily="34" charset="0"/>
              </a:rPr>
              <a:t>Aim</a:t>
            </a:r>
            <a:r>
              <a:rPr lang="tr-TR" sz="4000" b="1" dirty="0">
                <a:latin typeface="Calibri" panose="020F0502020204030204" pitchFamily="34" charset="0"/>
                <a:ea typeface="Calibri" panose="020F0502020204030204" pitchFamily="34" charset="0"/>
                <a:cs typeface="Calibri" panose="020F0502020204030204" pitchFamily="34" charset="0"/>
              </a:rPr>
              <a:t> of </a:t>
            </a:r>
            <a:r>
              <a:rPr lang="tr-TR" sz="4000" b="1" dirty="0" err="1">
                <a:latin typeface="Calibri" panose="020F0502020204030204" pitchFamily="34" charset="0"/>
                <a:ea typeface="Calibri" panose="020F0502020204030204" pitchFamily="34" charset="0"/>
                <a:cs typeface="Calibri" panose="020F0502020204030204" pitchFamily="34" charset="0"/>
              </a:rPr>
              <a:t>the</a:t>
            </a:r>
            <a:r>
              <a:rPr lang="tr-TR" sz="4000" b="1" dirty="0">
                <a:latin typeface="Calibri" panose="020F0502020204030204" pitchFamily="34" charset="0"/>
                <a:ea typeface="Calibri" panose="020F0502020204030204" pitchFamily="34" charset="0"/>
                <a:cs typeface="Calibri" panose="020F0502020204030204" pitchFamily="34" charset="0"/>
              </a:rPr>
              <a:t> Project</a:t>
            </a:r>
            <a:endParaRPr sz="4000" b="1" dirty="0">
              <a:latin typeface="Calibri" panose="020F0502020204030204" pitchFamily="34" charset="0"/>
              <a:ea typeface="Calibri" panose="020F0502020204030204" pitchFamily="34" charset="0"/>
              <a:cs typeface="Calibri" panose="020F0502020204030204" pitchFamily="34" charset="0"/>
            </a:endParaRPr>
          </a:p>
        </p:txBody>
      </p:sp>
      <p:sp>
        <p:nvSpPr>
          <p:cNvPr id="258" name="Google Shape;258;p30"/>
          <p:cNvSpPr txBox="1"/>
          <p:nvPr/>
        </p:nvSpPr>
        <p:spPr>
          <a:xfrm>
            <a:off x="3753110" y="4799716"/>
            <a:ext cx="19981533" cy="2674289"/>
          </a:xfrm>
          <a:prstGeom prst="rect">
            <a:avLst/>
          </a:prstGeom>
          <a:noFill/>
          <a:ln>
            <a:noFill/>
          </a:ln>
        </p:spPr>
        <p:txBody>
          <a:bodyPr spcFirstLastPara="1" wrap="square" lIns="0" tIns="0" rIns="0" bIns="0" anchor="t" anchorCtr="0">
            <a:noAutofit/>
          </a:bodyPr>
          <a:lstStyle/>
          <a:p>
            <a:pPr>
              <a:lnSpc>
                <a:spcPct val="155564"/>
              </a:lnSpc>
              <a:buClr>
                <a:srgbClr val="7F7F7F"/>
              </a:buClr>
              <a:buSzPts val="2399"/>
            </a:pPr>
            <a:r>
              <a:rPr lang="en-GB"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This study aims to present an innovative approach for the automatic classification of healthy and contaminated products in the agricultural sector, with the goal of enhancing product quality and reducing human intervention.</a:t>
            </a:r>
            <a:r>
              <a:rPr lang="tr-TR"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000" dirty="0" err="1">
                <a:latin typeface="Calibri" panose="020F0502020204030204" pitchFamily="34" charset="0"/>
                <a:ea typeface="Calibri" panose="020F0502020204030204" pitchFamily="34" charset="0"/>
                <a:cs typeface="Calibri" panose="020F0502020204030204" pitchFamily="34" charset="0"/>
              </a:rPr>
              <a:t>Also</a:t>
            </a:r>
            <a:r>
              <a:rPr lang="tr-TR" sz="3000" dirty="0">
                <a:latin typeface="Calibri" panose="020F0502020204030204" pitchFamily="34" charset="0"/>
                <a:ea typeface="Calibri" panose="020F0502020204030204" pitchFamily="34" charset="0"/>
                <a:cs typeface="Calibri" panose="020F0502020204030204" pitchFamily="34" charset="0"/>
              </a:rPr>
              <a:t>, </a:t>
            </a:r>
            <a:r>
              <a:rPr lang="tr-TR" sz="3000" dirty="0" err="1">
                <a:latin typeface="Calibri" panose="020F0502020204030204" pitchFamily="34" charset="0"/>
                <a:ea typeface="Calibri" panose="020F0502020204030204" pitchFamily="34" charset="0"/>
                <a:cs typeface="Calibri" panose="020F0502020204030204" pitchFamily="34" charset="0"/>
              </a:rPr>
              <a:t>this</a:t>
            </a:r>
            <a:r>
              <a:rPr lang="tr-TR" sz="3000" dirty="0">
                <a:latin typeface="Calibri" panose="020F0502020204030204" pitchFamily="34" charset="0"/>
                <a:ea typeface="Calibri" panose="020F0502020204030204" pitchFamily="34" charset="0"/>
                <a:cs typeface="Calibri" panose="020F0502020204030204" pitchFamily="34" charset="0"/>
              </a:rPr>
              <a:t> </a:t>
            </a:r>
            <a:r>
              <a:rPr lang="en-GB" sz="3000" dirty="0">
                <a:latin typeface="Calibri" panose="020F0502020204030204" pitchFamily="34" charset="0"/>
                <a:ea typeface="Calibri" panose="020F0502020204030204" pitchFamily="34" charset="0"/>
                <a:cs typeface="Calibri" panose="020F0502020204030204" pitchFamily="34" charset="0"/>
              </a:rPr>
              <a:t>project is to construct a system that accurately classifies healthy and aflatoxin-contaminated figs by accurately implementing these steps.</a:t>
            </a:r>
          </a:p>
          <a:p>
            <a:pPr marL="0" marR="0" lvl="0" indent="0" algn="l" rtl="0">
              <a:lnSpc>
                <a:spcPct val="155564"/>
              </a:lnSpc>
              <a:spcBef>
                <a:spcPts val="0"/>
              </a:spcBef>
              <a:spcAft>
                <a:spcPts val="0"/>
              </a:spcAft>
              <a:buClr>
                <a:srgbClr val="7F7F7F"/>
              </a:buClr>
              <a:buSzPts val="2399"/>
              <a:buFont typeface="Arial"/>
              <a:buNone/>
            </a:pP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59" name="Google Shape;259;p30"/>
          <p:cNvSpPr txBox="1"/>
          <p:nvPr/>
        </p:nvSpPr>
        <p:spPr>
          <a:xfrm>
            <a:off x="3715888" y="8167316"/>
            <a:ext cx="7881136" cy="809933"/>
          </a:xfrm>
          <a:prstGeom prst="rect">
            <a:avLst/>
          </a:prstGeom>
          <a:noFill/>
          <a:ln>
            <a:noFill/>
          </a:ln>
        </p:spPr>
        <p:txBody>
          <a:bodyPr spcFirstLastPara="1" wrap="square" lIns="0" tIns="191950" rIns="0" bIns="191950" anchor="t" anchorCtr="0">
            <a:noAutofit/>
          </a:bodyPr>
          <a:lstStyle/>
          <a:p>
            <a:pPr marL="0" marR="0" lvl="0" indent="0" algn="l" rtl="0">
              <a:lnSpc>
                <a:spcPct val="90000"/>
              </a:lnSpc>
              <a:spcBef>
                <a:spcPts val="0"/>
              </a:spcBef>
              <a:spcAft>
                <a:spcPts val="0"/>
              </a:spcAft>
              <a:buClr>
                <a:srgbClr val="7F7F7F"/>
              </a:buClr>
              <a:buSzPts val="2666"/>
              <a:buFont typeface="Arial"/>
              <a:buNone/>
            </a:pPr>
            <a:r>
              <a:rPr lang="en-US" sz="4000" b="1" i="0" dirty="0">
                <a:solidFill>
                  <a:schemeClr val="tx1"/>
                </a:solidFill>
                <a:latin typeface="Calibri" panose="020F0502020204030204" pitchFamily="34" charset="0"/>
                <a:ea typeface="Calibri" panose="020F0502020204030204" pitchFamily="34" charset="0"/>
                <a:cs typeface="Calibri" panose="020F0502020204030204" pitchFamily="34" charset="0"/>
                <a:sym typeface="Raleway Black"/>
              </a:rPr>
              <a:t>Goal achieved</a:t>
            </a:r>
            <a:endParaRPr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60" name="Google Shape;260;p30"/>
          <p:cNvSpPr txBox="1"/>
          <p:nvPr/>
        </p:nvSpPr>
        <p:spPr>
          <a:xfrm>
            <a:off x="3753110" y="9264114"/>
            <a:ext cx="19583967" cy="1630047"/>
          </a:xfrm>
          <a:prstGeom prst="rect">
            <a:avLst/>
          </a:prstGeom>
          <a:noFill/>
          <a:ln>
            <a:noFill/>
          </a:ln>
        </p:spPr>
        <p:txBody>
          <a:bodyPr spcFirstLastPara="1" wrap="square" lIns="0" tIns="0" rIns="0" bIns="0" anchor="t" anchorCtr="0">
            <a:noAutofit/>
          </a:bodyPr>
          <a:lstStyle/>
          <a:p>
            <a:pPr marL="0" marR="0" lvl="0" indent="0" algn="l" rtl="0">
              <a:lnSpc>
                <a:spcPct val="155564"/>
              </a:lnSpc>
              <a:spcBef>
                <a:spcPts val="0"/>
              </a:spcBef>
              <a:spcAft>
                <a:spcPts val="0"/>
              </a:spcAft>
              <a:buClr>
                <a:srgbClr val="7F7F7F"/>
              </a:buClr>
              <a:buSzPts val="2399"/>
              <a:buFont typeface="Arial"/>
              <a:buNone/>
            </a:pPr>
            <a:r>
              <a:rPr lang="en-GB"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This study demonstrates the successful development of a system capable of accurately, quickly</a:t>
            </a:r>
            <a:r>
              <a:rPr lang="tr-TR"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en-GB"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and reliably classifying healthy and aflatoxin-contaminated figs.</a:t>
            </a:r>
            <a:endParaRPr sz="3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263" name="Google Shape;263;p30"/>
          <p:cNvSpPr txBox="1"/>
          <p:nvPr/>
        </p:nvSpPr>
        <p:spPr>
          <a:xfrm>
            <a:off x="1040573" y="3796221"/>
            <a:ext cx="2156484" cy="1630047"/>
          </a:xfrm>
          <a:prstGeom prst="rect">
            <a:avLst/>
          </a:prstGeom>
          <a:noFill/>
          <a:ln>
            <a:noFill/>
          </a:ln>
        </p:spPr>
        <p:txBody>
          <a:bodyPr spcFirstLastPara="1" wrap="square" lIns="0" tIns="191950" rIns="0" bIns="191950" anchor="ctr" anchorCtr="0">
            <a:noAutofit/>
          </a:bodyPr>
          <a:lstStyle/>
          <a:p>
            <a:pPr marL="0" marR="0" lvl="0" indent="0" algn="ctr" rtl="0">
              <a:lnSpc>
                <a:spcPct val="90000"/>
              </a:lnSpc>
              <a:spcBef>
                <a:spcPts val="0"/>
              </a:spcBef>
              <a:spcAft>
                <a:spcPts val="0"/>
              </a:spcAft>
              <a:buClr>
                <a:srgbClr val="A0B8E1"/>
              </a:buClr>
              <a:buSzPts val="13330"/>
              <a:buFont typeface="Arial"/>
              <a:buNone/>
            </a:pPr>
            <a:r>
              <a:rPr lang="en-US" sz="13330" b="0" i="0" dirty="0">
                <a:solidFill>
                  <a:srgbClr val="A0B8E1"/>
                </a:solidFill>
                <a:latin typeface="Raleway Light"/>
                <a:ea typeface="Raleway Light"/>
                <a:cs typeface="Raleway Light"/>
                <a:sym typeface="Raleway Light"/>
              </a:rPr>
              <a:t>01</a:t>
            </a:r>
            <a:endParaRPr dirty="0"/>
          </a:p>
        </p:txBody>
      </p:sp>
      <p:sp>
        <p:nvSpPr>
          <p:cNvPr id="264" name="Google Shape;264;p30"/>
          <p:cNvSpPr txBox="1"/>
          <p:nvPr/>
        </p:nvSpPr>
        <p:spPr>
          <a:xfrm>
            <a:off x="1040573" y="8219724"/>
            <a:ext cx="2156484" cy="1630047"/>
          </a:xfrm>
          <a:prstGeom prst="rect">
            <a:avLst/>
          </a:prstGeom>
          <a:noFill/>
          <a:ln>
            <a:noFill/>
          </a:ln>
        </p:spPr>
        <p:txBody>
          <a:bodyPr spcFirstLastPara="1" wrap="square" lIns="0" tIns="191950" rIns="0" bIns="191950" anchor="ctr" anchorCtr="0">
            <a:noAutofit/>
          </a:bodyPr>
          <a:lstStyle/>
          <a:p>
            <a:pPr marL="0" marR="0" lvl="0" indent="0" algn="ctr" rtl="0">
              <a:lnSpc>
                <a:spcPct val="90000"/>
              </a:lnSpc>
              <a:spcBef>
                <a:spcPts val="0"/>
              </a:spcBef>
              <a:spcAft>
                <a:spcPts val="0"/>
              </a:spcAft>
              <a:buClr>
                <a:srgbClr val="F4B081"/>
              </a:buClr>
              <a:buSzPts val="13330"/>
              <a:buFont typeface="Arial"/>
              <a:buNone/>
            </a:pPr>
            <a:r>
              <a:rPr lang="en-US" sz="13330" b="0" i="0" dirty="0">
                <a:solidFill>
                  <a:srgbClr val="F4B081"/>
                </a:solidFill>
                <a:latin typeface="Raleway Light"/>
                <a:ea typeface="Raleway Light"/>
                <a:cs typeface="Raleway Light"/>
                <a:sym typeface="Raleway Light"/>
              </a:rPr>
              <a:t>02</a:t>
            </a:r>
            <a:endParaRPr dirty="0"/>
          </a:p>
        </p:txBody>
      </p:sp>
      <p:pic>
        <p:nvPicPr>
          <p:cNvPr id="266" name="Google Shape;266;p30"/>
          <p:cNvPicPr preferRelativeResize="0"/>
          <p:nvPr/>
        </p:nvPicPr>
        <p:blipFill rotWithShape="1">
          <a:blip r:embed="rId3">
            <a:alphaModFix/>
          </a:blip>
          <a:srcRect/>
          <a:stretch/>
        </p:blipFill>
        <p:spPr>
          <a:xfrm>
            <a:off x="1282540" y="11467890"/>
            <a:ext cx="2584065" cy="1739599"/>
          </a:xfrm>
          <a:prstGeom prst="rect">
            <a:avLst/>
          </a:prstGeom>
          <a:noFill/>
          <a:ln>
            <a:noFill/>
          </a:ln>
        </p:spPr>
      </p:pic>
      <p:sp>
        <p:nvSpPr>
          <p:cNvPr id="2" name="TextBox 1">
            <a:extLst>
              <a:ext uri="{FF2B5EF4-FFF2-40B4-BE49-F238E27FC236}">
                <a16:creationId xmlns:a16="http://schemas.microsoft.com/office/drawing/2014/main" id="{95BB6D68-45BC-F891-E0A7-A2F6F9BCDFFA}"/>
              </a:ext>
            </a:extLst>
          </p:cNvPr>
          <p:cNvSpPr txBox="1"/>
          <p:nvPr/>
        </p:nvSpPr>
        <p:spPr>
          <a:xfrm>
            <a:off x="22061441" y="12684269"/>
            <a:ext cx="874643" cy="461665"/>
          </a:xfrm>
          <a:prstGeom prst="rect">
            <a:avLst/>
          </a:prstGeom>
          <a:noFill/>
        </p:spPr>
        <p:txBody>
          <a:bodyPr wrap="square" rtlCol="0">
            <a:spAutoFit/>
          </a:bodyPr>
          <a:lstStyle/>
          <a:p>
            <a:r>
              <a:rPr lang="tr-TR" sz="24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14</a:t>
            </a:r>
            <a:endParaRPr lang="en-GB" sz="28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4" name="Google Shape;274;p31" descr="Layers free icon"/>
          <p:cNvSpPr/>
          <p:nvPr/>
        </p:nvSpPr>
        <p:spPr>
          <a:xfrm>
            <a:off x="155575" y="-1020763"/>
            <a:ext cx="2133600" cy="2133601"/>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76" name="Google Shape;276;p31"/>
          <p:cNvSpPr txBox="1"/>
          <p:nvPr/>
        </p:nvSpPr>
        <p:spPr>
          <a:xfrm>
            <a:off x="9136449" y="46037"/>
            <a:ext cx="5246513" cy="1015622"/>
          </a:xfrm>
          <a:prstGeom prst="rect">
            <a:avLst/>
          </a:prstGeom>
          <a:noFill/>
          <a:ln>
            <a:noFill/>
          </a:ln>
        </p:spPr>
        <p:txBody>
          <a:bodyPr spcFirstLastPara="1" wrap="square" lIns="91400" tIns="45700" rIns="91400" bIns="45700" anchor="t" anchorCtr="0">
            <a:spAutoFit/>
          </a:bodyPr>
          <a:lstStyle/>
          <a:p>
            <a:pPr marL="0" marR="0" lvl="0" indent="0" algn="ctr" rtl="0">
              <a:spcBef>
                <a:spcPts val="0"/>
              </a:spcBef>
              <a:spcAft>
                <a:spcPts val="0"/>
              </a:spcAft>
              <a:buNone/>
            </a:pPr>
            <a:r>
              <a:rPr lang="en-US"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CONCLUSION</a:t>
            </a:r>
            <a:endParaRPr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endParaRPr>
          </a:p>
        </p:txBody>
      </p:sp>
      <p:sp>
        <p:nvSpPr>
          <p:cNvPr id="277" name="Google Shape;277;p31"/>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14</a:t>
            </a:fld>
            <a:endParaRPr dirty="0"/>
          </a:p>
        </p:txBody>
      </p:sp>
      <p:pic>
        <p:nvPicPr>
          <p:cNvPr id="278" name="Google Shape;278;p31"/>
          <p:cNvPicPr preferRelativeResize="0"/>
          <p:nvPr/>
        </p:nvPicPr>
        <p:blipFill rotWithShape="1">
          <a:blip r:embed="rId3">
            <a:alphaModFix/>
          </a:blip>
          <a:srcRect/>
          <a:stretch/>
        </p:blipFill>
        <p:spPr>
          <a:xfrm>
            <a:off x="1282540" y="11467890"/>
            <a:ext cx="2584065" cy="1739599"/>
          </a:xfrm>
          <a:prstGeom prst="rect">
            <a:avLst/>
          </a:prstGeom>
          <a:noFill/>
          <a:ln>
            <a:noFill/>
          </a:ln>
        </p:spPr>
      </p:pic>
      <p:pic>
        <p:nvPicPr>
          <p:cNvPr id="8" name="Picture 7" descr="A graph of a graph&#10;&#10;Description automatically generated">
            <a:extLst>
              <a:ext uri="{FF2B5EF4-FFF2-40B4-BE49-F238E27FC236}">
                <a16:creationId xmlns:a16="http://schemas.microsoft.com/office/drawing/2014/main" id="{55E0ACEE-478D-4507-7DCA-AB48B19678CA}"/>
              </a:ext>
            </a:extLst>
          </p:cNvPr>
          <p:cNvPicPr>
            <a:picLocks noChangeAspect="1"/>
          </p:cNvPicPr>
          <p:nvPr/>
        </p:nvPicPr>
        <p:blipFill>
          <a:blip r:embed="rId4"/>
          <a:stretch>
            <a:fillRect/>
          </a:stretch>
        </p:blipFill>
        <p:spPr>
          <a:xfrm>
            <a:off x="1222375" y="1277351"/>
            <a:ext cx="10537333" cy="7898573"/>
          </a:xfrm>
          <a:prstGeom prst="rect">
            <a:avLst/>
          </a:prstGeom>
          <a:ln w="88900" cap="sq" cmpd="thickThin">
            <a:solidFill>
              <a:srgbClr val="000000"/>
            </a:solidFill>
            <a:prstDash val="solid"/>
            <a:miter lim="800000"/>
          </a:ln>
          <a:effectLst>
            <a:innerShdw blurRad="76200">
              <a:srgbClr val="000000"/>
            </a:innerShdw>
          </a:effectLst>
        </p:spPr>
      </p:pic>
      <p:pic>
        <p:nvPicPr>
          <p:cNvPr id="10" name="Picture 9" descr="A graph of training loss&#10;&#10;Description automatically generated">
            <a:extLst>
              <a:ext uri="{FF2B5EF4-FFF2-40B4-BE49-F238E27FC236}">
                <a16:creationId xmlns:a16="http://schemas.microsoft.com/office/drawing/2014/main" id="{870B46BD-CFA7-D739-1F7F-406E0B714EB1}"/>
              </a:ext>
            </a:extLst>
          </p:cNvPr>
          <p:cNvPicPr>
            <a:picLocks noChangeAspect="1"/>
          </p:cNvPicPr>
          <p:nvPr/>
        </p:nvPicPr>
        <p:blipFill>
          <a:blip r:embed="rId5"/>
          <a:stretch>
            <a:fillRect/>
          </a:stretch>
        </p:blipFill>
        <p:spPr>
          <a:xfrm>
            <a:off x="12669829" y="1271716"/>
            <a:ext cx="10485446" cy="7898574"/>
          </a:xfrm>
          <a:prstGeom prst="rect">
            <a:avLst/>
          </a:prstGeom>
          <a:ln w="88900" cap="sq" cmpd="thickThin">
            <a:solidFill>
              <a:srgbClr val="000000"/>
            </a:solidFill>
            <a:prstDash val="solid"/>
            <a:miter lim="800000"/>
          </a:ln>
          <a:effectLst>
            <a:innerShdw blurRad="76200">
              <a:srgbClr val="000000"/>
            </a:innerShdw>
          </a:effectLst>
        </p:spPr>
      </p:pic>
      <p:sp>
        <p:nvSpPr>
          <p:cNvPr id="12" name="TextBox 11">
            <a:extLst>
              <a:ext uri="{FF2B5EF4-FFF2-40B4-BE49-F238E27FC236}">
                <a16:creationId xmlns:a16="http://schemas.microsoft.com/office/drawing/2014/main" id="{A16782CC-4447-7F14-78AA-DA831CDDD900}"/>
              </a:ext>
            </a:extLst>
          </p:cNvPr>
          <p:cNvSpPr txBox="1"/>
          <p:nvPr/>
        </p:nvSpPr>
        <p:spPr>
          <a:xfrm>
            <a:off x="1292271" y="9664223"/>
            <a:ext cx="20934867" cy="2554545"/>
          </a:xfrm>
          <a:prstGeom prst="rect">
            <a:avLst/>
          </a:prstGeom>
          <a:noFill/>
        </p:spPr>
        <p:txBody>
          <a:bodyPr wrap="square" rtlCol="0">
            <a:spAutoFit/>
          </a:bodyPr>
          <a:lstStyle/>
          <a:p>
            <a:pPr algn="ctr"/>
            <a:r>
              <a:rPr lang="en-GB" sz="3200" dirty="0">
                <a:latin typeface="Calibri" panose="020F0502020204030204" pitchFamily="34" charset="0"/>
                <a:ea typeface="Calibri" panose="020F0502020204030204" pitchFamily="34" charset="0"/>
                <a:cs typeface="Calibri" panose="020F0502020204030204" pitchFamily="34" charset="0"/>
              </a:rPr>
              <a:t>During training, the loss consistently decreases while accuracy increases. Validation accuracy generally increases as well, with minimal fluctuations in some epochs. The loss and validation loss graphs exhibit simultaneous, smooth, and regular declines. </a:t>
            </a:r>
            <a:r>
              <a:rPr lang="en-GB" sz="3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In the accuracy graph, spikes were observed </a:t>
            </a:r>
            <a:r>
              <a:rPr lang="en-GB" sz="320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because</a:t>
            </a:r>
            <a:r>
              <a:rPr lang="en-GB" sz="3200" b="1"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a:t>
            </a:r>
            <a:r>
              <a:rPr lang="en-GB" sz="3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the initial weight values of the model are randomly selected. </a:t>
            </a:r>
            <a:r>
              <a:rPr lang="en-GB" sz="320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Also</a:t>
            </a:r>
            <a:r>
              <a:rPr lang="en-GB" sz="3200" b="0" i="0" u="none" strike="noStrike"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 randomly selected data during the training process causes such spikes</a:t>
            </a:r>
            <a:r>
              <a:rPr lang="en-GB" sz="1800" b="0" i="0" u="none" strike="noStrike" dirty="0">
                <a:solidFill>
                  <a:srgbClr val="000000"/>
                </a:solidFill>
                <a:effectLst/>
                <a:latin typeface="Arial" panose="020B0604020202020204" pitchFamily="34" charset="0"/>
              </a:rPr>
              <a:t>. </a:t>
            </a:r>
            <a:r>
              <a:rPr lang="en-GB" sz="3200" dirty="0">
                <a:latin typeface="Calibri" panose="020F0502020204030204" pitchFamily="34" charset="0"/>
                <a:ea typeface="Calibri" panose="020F0502020204030204" pitchFamily="34" charset="0"/>
                <a:cs typeface="Calibri" panose="020F0502020204030204" pitchFamily="34" charset="0"/>
              </a:rPr>
              <a:t>The best-performing model achieved a training accuracy of </a:t>
            </a:r>
            <a:r>
              <a:rPr lang="tr-TR" sz="3200" dirty="0">
                <a:latin typeface="Calibri" panose="020F0502020204030204" pitchFamily="34" charset="0"/>
                <a:ea typeface="Calibri" panose="020F0502020204030204" pitchFamily="34" charset="0"/>
                <a:cs typeface="Calibri" panose="020F0502020204030204" pitchFamily="34" charset="0"/>
              </a:rPr>
              <a:t>%</a:t>
            </a:r>
            <a:r>
              <a:rPr lang="en-GB" sz="3200" dirty="0">
                <a:latin typeface="Calibri" panose="020F0502020204030204" pitchFamily="34" charset="0"/>
                <a:ea typeface="Calibri" panose="020F0502020204030204" pitchFamily="34" charset="0"/>
                <a:cs typeface="Calibri" panose="020F0502020204030204" pitchFamily="34" charset="0"/>
              </a:rPr>
              <a:t>97.79 and a loss value of </a:t>
            </a:r>
            <a:r>
              <a:rPr lang="tr-TR" sz="3200" dirty="0">
                <a:latin typeface="Calibri" panose="020F0502020204030204" pitchFamily="34" charset="0"/>
                <a:ea typeface="Calibri" panose="020F0502020204030204" pitchFamily="34" charset="0"/>
                <a:cs typeface="Calibri" panose="020F0502020204030204" pitchFamily="34" charset="0"/>
              </a:rPr>
              <a:t>%</a:t>
            </a:r>
            <a:r>
              <a:rPr lang="en-GB" sz="3200" dirty="0">
                <a:latin typeface="Calibri" panose="020F0502020204030204" pitchFamily="34" charset="0"/>
                <a:ea typeface="Calibri" panose="020F0502020204030204" pitchFamily="34" charset="0"/>
                <a:cs typeface="Calibri" panose="020F0502020204030204" pitchFamily="34" charset="0"/>
              </a:rPr>
              <a:t>20</a:t>
            </a:r>
            <a:r>
              <a:rPr lang="tr-TR" sz="3200" dirty="0">
                <a:latin typeface="Calibri" panose="020F0502020204030204" pitchFamily="34" charset="0"/>
                <a:ea typeface="Calibri" panose="020F0502020204030204" pitchFamily="34" charset="0"/>
                <a:cs typeface="Calibri" panose="020F0502020204030204" pitchFamily="34" charset="0"/>
              </a:rPr>
              <a:t>.</a:t>
            </a:r>
            <a:r>
              <a:rPr lang="en-GB" sz="3200" dirty="0">
                <a:latin typeface="Calibri" panose="020F0502020204030204" pitchFamily="34" charset="0"/>
                <a:ea typeface="Calibri" panose="020F0502020204030204" pitchFamily="34" charset="0"/>
                <a:cs typeface="Calibri" panose="020F0502020204030204" pitchFamily="34" charset="0"/>
              </a:rPr>
              <a:t>05.</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95" name="Google Shape;295;p32"/>
          <p:cNvSpPr txBox="1"/>
          <p:nvPr/>
        </p:nvSpPr>
        <p:spPr>
          <a:xfrm>
            <a:off x="8383019" y="120171"/>
            <a:ext cx="7611612" cy="13041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ct val="100000"/>
              <a:buFont typeface="Arial"/>
              <a:buNone/>
            </a:pPr>
            <a:r>
              <a:rPr lang="en-US" sz="6000" b="1" dirty="0">
                <a:solidFill>
                  <a:schemeClr val="dk1"/>
                </a:solidFill>
                <a:latin typeface="Calibri"/>
                <a:ea typeface="Calibri"/>
                <a:cs typeface="Calibri"/>
                <a:sym typeface="Calibri"/>
              </a:rPr>
              <a:t>CONCLUSION</a:t>
            </a:r>
            <a:endParaRPr sz="6000" b="1" dirty="0"/>
          </a:p>
        </p:txBody>
      </p:sp>
      <p:sp>
        <p:nvSpPr>
          <p:cNvPr id="300" name="Google Shape;300;p32"/>
          <p:cNvSpPr txBox="1"/>
          <p:nvPr/>
        </p:nvSpPr>
        <p:spPr>
          <a:xfrm>
            <a:off x="2574572" y="10744105"/>
            <a:ext cx="19739113" cy="1231025"/>
          </a:xfrm>
          <a:prstGeom prst="rect">
            <a:avLst/>
          </a:prstGeom>
          <a:noFill/>
          <a:ln>
            <a:noFill/>
          </a:ln>
        </p:spPr>
        <p:txBody>
          <a:bodyPr spcFirstLastPara="1" wrap="square" lIns="182825" tIns="91400" rIns="182825" bIns="91400" anchor="t" anchorCtr="0">
            <a:spAutoFit/>
          </a:bodyPr>
          <a:lstStyle/>
          <a:p>
            <a:pPr algn="ctr"/>
            <a:r>
              <a:rPr lang="en-GB" sz="3400" dirty="0">
                <a:latin typeface="Calibri" panose="020F0502020204030204" pitchFamily="34" charset="0"/>
                <a:ea typeface="Calibri" panose="020F0502020204030204" pitchFamily="34" charset="0"/>
                <a:cs typeface="Calibri" panose="020F0502020204030204" pitchFamily="34" charset="0"/>
              </a:rPr>
              <a:t>The model was tested in both the </a:t>
            </a:r>
            <a:r>
              <a:rPr lang="en-GB" sz="3400" dirty="0" err="1">
                <a:latin typeface="Calibri" panose="020F0502020204030204" pitchFamily="34" charset="0"/>
                <a:ea typeface="Calibri" panose="020F0502020204030204" pitchFamily="34" charset="0"/>
                <a:cs typeface="Calibri" panose="020F0502020204030204" pitchFamily="34" charset="0"/>
              </a:rPr>
              <a:t>Colab</a:t>
            </a:r>
            <a:r>
              <a:rPr lang="en-GB" sz="3400" dirty="0">
                <a:latin typeface="Calibri" panose="020F0502020204030204" pitchFamily="34" charset="0"/>
                <a:ea typeface="Calibri" panose="020F0502020204030204" pitchFamily="34" charset="0"/>
                <a:cs typeface="Calibri" panose="020F0502020204030204" pitchFamily="34" charset="0"/>
              </a:rPr>
              <a:t> environment and on a Raspberry Pi using 400 unseen data points, saved as an H5 file. The accuracy rate was determined to be 82%, with a loss value of 0.48%.</a:t>
            </a:r>
          </a:p>
        </p:txBody>
      </p:sp>
      <p:sp>
        <p:nvSpPr>
          <p:cNvPr id="313" name="Google Shape;313;p32"/>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15</a:t>
            </a:fld>
            <a:endParaRPr/>
          </a:p>
        </p:txBody>
      </p:sp>
      <p:pic>
        <p:nvPicPr>
          <p:cNvPr id="314" name="Google Shape;314;p32"/>
          <p:cNvPicPr preferRelativeResize="0"/>
          <p:nvPr/>
        </p:nvPicPr>
        <p:blipFill rotWithShape="1">
          <a:blip r:embed="rId3">
            <a:alphaModFix/>
          </a:blip>
          <a:srcRect/>
          <a:stretch/>
        </p:blipFill>
        <p:spPr>
          <a:xfrm>
            <a:off x="1282540" y="11467890"/>
            <a:ext cx="2584065" cy="1739599"/>
          </a:xfrm>
          <a:prstGeom prst="rect">
            <a:avLst/>
          </a:prstGeom>
          <a:noFill/>
          <a:ln>
            <a:noFill/>
          </a:ln>
        </p:spPr>
      </p:pic>
      <p:pic>
        <p:nvPicPr>
          <p:cNvPr id="2" name="Picture 1" descr="A computer screen with white text&#10;&#10;Description automatically generated">
            <a:extLst>
              <a:ext uri="{FF2B5EF4-FFF2-40B4-BE49-F238E27FC236}">
                <a16:creationId xmlns:a16="http://schemas.microsoft.com/office/drawing/2014/main" id="{F478EA48-644A-9448-4E9A-2704863F024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07594" y="1571331"/>
            <a:ext cx="9425919" cy="6746400"/>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descr="A computer screen with white text&#10;&#10;Description automatically generated">
            <a:extLst>
              <a:ext uri="{FF2B5EF4-FFF2-40B4-BE49-F238E27FC236}">
                <a16:creationId xmlns:a16="http://schemas.microsoft.com/office/drawing/2014/main" id="{815476D0-C9A5-2DE2-CED0-10B1E715A3B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70990" y="1571332"/>
            <a:ext cx="9581323" cy="6746400"/>
          </a:xfrm>
          <a:prstGeom prst="rect">
            <a:avLst/>
          </a:prstGeom>
          <a:ln w="88900" cap="sq" cmpd="thickThin">
            <a:solidFill>
              <a:srgbClr val="000000"/>
            </a:solidFill>
            <a:prstDash val="solid"/>
            <a:miter lim="800000"/>
          </a:ln>
          <a:effectLst>
            <a:innerShdw blurRad="76200">
              <a:srgbClr val="000000"/>
            </a:innerShdw>
          </a:effectLst>
        </p:spPr>
      </p:pic>
      <p:pic>
        <p:nvPicPr>
          <p:cNvPr id="7" name="Picture 6">
            <a:extLst>
              <a:ext uri="{FF2B5EF4-FFF2-40B4-BE49-F238E27FC236}">
                <a16:creationId xmlns:a16="http://schemas.microsoft.com/office/drawing/2014/main" id="{67794694-7EC8-41CD-7F70-F1407AB8DABC}"/>
              </a:ext>
            </a:extLst>
          </p:cNvPr>
          <p:cNvPicPr>
            <a:picLocks noChangeAspect="1"/>
          </p:cNvPicPr>
          <p:nvPr/>
        </p:nvPicPr>
        <p:blipFill>
          <a:blip r:embed="rId6"/>
          <a:stretch>
            <a:fillRect/>
          </a:stretch>
        </p:blipFill>
        <p:spPr>
          <a:xfrm>
            <a:off x="7366605" y="8878869"/>
            <a:ext cx="9850110" cy="1304099"/>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withEffect">
                                  <p:stCondLst>
                                    <p:cond delay="0"/>
                                  </p:stCondLst>
                                  <p:childTnLst>
                                    <p:set>
                                      <p:cBhvr>
                                        <p:cTn id="6" dur="1" fill="hold">
                                          <p:stCondLst>
                                            <p:cond delay="0"/>
                                          </p:stCondLst>
                                        </p:cTn>
                                        <p:tgtEl>
                                          <p:spTgt spid="300"/>
                                        </p:tgtEl>
                                        <p:attrNameLst>
                                          <p:attrName>style.visibility</p:attrName>
                                        </p:attrNameLst>
                                      </p:cBhvr>
                                      <p:to>
                                        <p:strVal val="visible"/>
                                      </p:to>
                                    </p:set>
                                    <p:anim calcmode="lin" valueType="num">
                                      <p:cBhvr additive="base">
                                        <p:cTn id="7" dur="500"/>
                                        <p:tgtEl>
                                          <p:spTgt spid="300"/>
                                        </p:tgtEl>
                                        <p:attrNameLst>
                                          <p:attrName>ppt_w</p:attrName>
                                        </p:attrNameLst>
                                      </p:cBhvr>
                                      <p:tavLst>
                                        <p:tav tm="0">
                                          <p:val>
                                            <p:strVal val="0"/>
                                          </p:val>
                                        </p:tav>
                                        <p:tav tm="100000">
                                          <p:val>
                                            <p:strVal val="#ppt_w"/>
                                          </p:val>
                                        </p:tav>
                                      </p:tavLst>
                                    </p:anim>
                                    <p:anim calcmode="lin" valueType="num">
                                      <p:cBhvr additive="base">
                                        <p:cTn id="8" dur="500"/>
                                        <p:tgtEl>
                                          <p:spTgt spid="300"/>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738"/>
        <p:cNvGrpSpPr/>
        <p:nvPr/>
      </p:nvGrpSpPr>
      <p:grpSpPr>
        <a:xfrm>
          <a:off x="0" y="0"/>
          <a:ext cx="0" cy="0"/>
          <a:chOff x="0" y="0"/>
          <a:chExt cx="0" cy="0"/>
        </a:xfrm>
      </p:grpSpPr>
      <p:sp>
        <p:nvSpPr>
          <p:cNvPr id="739" name="Google Shape;739;p39"/>
          <p:cNvSpPr txBox="1"/>
          <p:nvPr/>
        </p:nvSpPr>
        <p:spPr>
          <a:xfrm>
            <a:off x="5989575" y="565433"/>
            <a:ext cx="11376237" cy="1646616"/>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7F7F7F"/>
              </a:buClr>
              <a:buSzPts val="7200"/>
              <a:buFont typeface="Arial"/>
              <a:buNone/>
            </a:pPr>
            <a:r>
              <a:rPr lang="en-US" sz="6000" b="1" dirty="0">
                <a:solidFill>
                  <a:schemeClr val="dk1"/>
                </a:solidFill>
                <a:latin typeface="Calibri" panose="020F0502020204030204" pitchFamily="34" charset="0"/>
                <a:ea typeface="Calibri" panose="020F0502020204030204" pitchFamily="34" charset="0"/>
                <a:cs typeface="Calibri" panose="020F0502020204030204" pitchFamily="34" charset="0"/>
                <a:sym typeface="Open Sans"/>
              </a:rPr>
              <a:t>CONCLUSION</a:t>
            </a:r>
            <a:endParaRPr sz="6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42" name="Google Shape;742;p39"/>
          <p:cNvSpPr txBox="1"/>
          <p:nvPr/>
        </p:nvSpPr>
        <p:spPr>
          <a:xfrm>
            <a:off x="655983" y="2799431"/>
            <a:ext cx="23078659" cy="7775804"/>
          </a:xfrm>
          <a:prstGeom prst="rect">
            <a:avLst/>
          </a:prstGeom>
          <a:noFill/>
          <a:ln>
            <a:noFill/>
          </a:ln>
        </p:spPr>
        <p:txBody>
          <a:bodyPr spcFirstLastPara="1" wrap="square" lIns="0" tIns="0" rIns="0" bIns="0" anchor="t" anchorCtr="0">
            <a:noAutofit/>
          </a:bodyPr>
          <a:lstStyle/>
          <a:p>
            <a:pPr marL="0" marR="0" lvl="0" indent="0" rtl="0">
              <a:lnSpc>
                <a:spcPct val="155564"/>
              </a:lnSpc>
              <a:spcBef>
                <a:spcPts val="0"/>
              </a:spcBef>
              <a:spcAft>
                <a:spcPts val="0"/>
              </a:spcAft>
              <a:buClr>
                <a:srgbClr val="7F7F7F"/>
              </a:buClr>
              <a:buSzPts val="2399"/>
              <a:buFont typeface="Arial"/>
              <a:buNone/>
            </a:pP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The training results of the model yielded a 97.79% accuracy rate and a loss value of </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a:t>
            </a: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0.2005. However, during testing, the accuracy rate was found to be 82%, with a loss value of 0.48%. Although the accuracy is high, the loss is slightly higher than desired. This discrepancy could be attributed to the inadequacy of the environment where measurements were taken and the box designed for the measurement device.</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The accuracy and loss rates obtained shed light on the success of the project and serve as a guiding beacon for future researchers in this field.</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Also</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this</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may</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occur</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due</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to</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similarity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between</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two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classes</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Despite challenges, the </a:t>
            </a:r>
            <a:r>
              <a:rPr lang="tr-TR"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model</a:t>
            </a: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was</a:t>
            </a: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successfully </a:t>
            </a:r>
            <a:r>
              <a:rPr lang="tr-TR" sz="32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classifies</a:t>
            </a:r>
            <a:r>
              <a:rPr lang="en-GB" sz="32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healthy and aflatoxin-contaminated dried figs with a high accuracy rate.</a:t>
            </a:r>
            <a:endParaRPr sz="32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749" name="Google Shape;749;p39"/>
          <p:cNvPicPr preferRelativeResize="0"/>
          <p:nvPr/>
        </p:nvPicPr>
        <p:blipFill rotWithShape="1">
          <a:blip r:embed="rId3">
            <a:alphaModFix/>
          </a:blip>
          <a:srcRect/>
          <a:stretch/>
        </p:blipFill>
        <p:spPr>
          <a:xfrm>
            <a:off x="1282540" y="11467890"/>
            <a:ext cx="2584065" cy="1739599"/>
          </a:xfrm>
          <a:prstGeom prst="rect">
            <a:avLst/>
          </a:prstGeom>
          <a:noFill/>
          <a:ln>
            <a:noFill/>
          </a:ln>
        </p:spPr>
      </p:pic>
      <p:sp>
        <p:nvSpPr>
          <p:cNvPr id="4" name="Slide Number Placeholder 3">
            <a:extLst>
              <a:ext uri="{FF2B5EF4-FFF2-40B4-BE49-F238E27FC236}">
                <a16:creationId xmlns:a16="http://schemas.microsoft.com/office/drawing/2014/main" id="{9B243586-70CB-5BC6-BC41-0875755AFDC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spTree>
  </p:cSld>
  <p:clrMapOvr>
    <a:masterClrMapping/>
  </p:clrMapOvr>
  <mc:AlternateContent xmlns:mc="http://schemas.openxmlformats.org/markup-compatibility/2006" xmlns:p14="http://schemas.microsoft.com/office/powerpoint/2010/main">
    <mc:Choice Requires="p14">
      <p:transition p14:dur="1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Google Shape;785;p42"/>
          <p:cNvSpPr txBox="1"/>
          <p:nvPr/>
        </p:nvSpPr>
        <p:spPr>
          <a:xfrm>
            <a:off x="2957196" y="4163129"/>
            <a:ext cx="7881136" cy="809933"/>
          </a:xfrm>
          <a:prstGeom prst="rect">
            <a:avLst/>
          </a:prstGeom>
          <a:noFill/>
          <a:ln>
            <a:noFill/>
          </a:ln>
        </p:spPr>
        <p:txBody>
          <a:bodyPr spcFirstLastPara="1" wrap="square" lIns="0" tIns="191950" rIns="0" bIns="191950" anchor="t" anchorCtr="0">
            <a:noAutofit/>
          </a:bodyPr>
          <a:lstStyle/>
          <a:p>
            <a:pPr marL="0" marR="0" lvl="0" indent="0" algn="l" rtl="0">
              <a:lnSpc>
                <a:spcPct val="90000"/>
              </a:lnSpc>
              <a:spcBef>
                <a:spcPts val="0"/>
              </a:spcBef>
              <a:spcAft>
                <a:spcPts val="0"/>
              </a:spcAft>
              <a:buClr>
                <a:srgbClr val="7F7F7F"/>
              </a:buClr>
              <a:buSzPts val="2666"/>
              <a:buFont typeface="Arial"/>
              <a:buNone/>
            </a:pPr>
            <a:r>
              <a:rPr lang="tr-TR" sz="4000" b="1" i="0" dirty="0">
                <a:solidFill>
                  <a:schemeClr val="tx1"/>
                </a:solidFill>
                <a:latin typeface="Calibri" panose="020F0502020204030204" pitchFamily="34" charset="0"/>
                <a:ea typeface="Calibri" panose="020F0502020204030204" pitchFamily="34" charset="0"/>
                <a:cs typeface="Calibri" panose="020F0502020204030204" pitchFamily="34" charset="0"/>
                <a:sym typeface="Raleway Black"/>
              </a:rPr>
              <a:t>Real-Time </a:t>
            </a:r>
            <a:r>
              <a:rPr lang="tr-TR" sz="4000" b="1" i="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Raleway Black"/>
              </a:rPr>
              <a:t>Attempts</a:t>
            </a:r>
            <a:endParaRPr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86" name="Google Shape;786;p42"/>
          <p:cNvSpPr txBox="1"/>
          <p:nvPr/>
        </p:nvSpPr>
        <p:spPr>
          <a:xfrm>
            <a:off x="3081154" y="5203386"/>
            <a:ext cx="10361237" cy="1986953"/>
          </a:xfrm>
          <a:prstGeom prst="rect">
            <a:avLst/>
          </a:prstGeom>
          <a:noFill/>
          <a:ln>
            <a:noFill/>
          </a:ln>
        </p:spPr>
        <p:txBody>
          <a:bodyPr spcFirstLastPara="1" wrap="square" lIns="0" tIns="0" rIns="0" bIns="0" anchor="t" anchorCtr="0">
            <a:noAutofit/>
          </a:bodyPr>
          <a:lstStyle/>
          <a:p>
            <a:pPr marL="0" marR="0" lvl="0" indent="0" algn="l" rtl="0">
              <a:lnSpc>
                <a:spcPct val="155564"/>
              </a:lnSpc>
              <a:spcBef>
                <a:spcPts val="0"/>
              </a:spcBef>
              <a:spcAft>
                <a:spcPts val="0"/>
              </a:spcAft>
              <a:buClr>
                <a:srgbClr val="7F7F7F"/>
              </a:buClr>
              <a:buSzPts val="2399"/>
              <a:buFont typeface="Arial"/>
              <a:buNone/>
            </a:pPr>
            <a:r>
              <a:rPr lang="en-GB"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The only missing </a:t>
            </a:r>
            <a:r>
              <a:rPr lang="tr-TR" sz="3000" dirty="0" err="1">
                <a:solidFill>
                  <a:schemeClr val="tx1"/>
                </a:solidFill>
                <a:latin typeface="Calibri" panose="020F0502020204030204" pitchFamily="34" charset="0"/>
                <a:ea typeface="Calibri" panose="020F0502020204030204" pitchFamily="34" charset="0"/>
                <a:cs typeface="Calibri" panose="020F0502020204030204" pitchFamily="34" charset="0"/>
                <a:sym typeface="Lato"/>
              </a:rPr>
              <a:t>part</a:t>
            </a:r>
            <a:r>
              <a:rPr lang="en-GB"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 of the project was the absence of a real-time test. Real-time experiments are planned to be conducted in the future.</a:t>
            </a:r>
            <a:endParaRPr sz="3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87" name="Google Shape;787;p42"/>
          <p:cNvSpPr txBox="1"/>
          <p:nvPr/>
        </p:nvSpPr>
        <p:spPr>
          <a:xfrm>
            <a:off x="3081154" y="8005721"/>
            <a:ext cx="7881136" cy="809933"/>
          </a:xfrm>
          <a:prstGeom prst="rect">
            <a:avLst/>
          </a:prstGeom>
          <a:noFill/>
          <a:ln>
            <a:noFill/>
          </a:ln>
        </p:spPr>
        <p:txBody>
          <a:bodyPr spcFirstLastPara="1" wrap="square" lIns="0" tIns="191950" rIns="0" bIns="191950" anchor="t" anchorCtr="0">
            <a:noAutofit/>
          </a:bodyPr>
          <a:lstStyle/>
          <a:p>
            <a:pPr marL="0" marR="0" lvl="0" indent="0" algn="l" rtl="0">
              <a:lnSpc>
                <a:spcPct val="90000"/>
              </a:lnSpc>
              <a:spcBef>
                <a:spcPts val="0"/>
              </a:spcBef>
              <a:spcAft>
                <a:spcPts val="0"/>
              </a:spcAft>
              <a:buClr>
                <a:srgbClr val="7F7F7F"/>
              </a:buClr>
              <a:buSzPts val="2666"/>
              <a:buFont typeface="Arial"/>
              <a:buNone/>
            </a:pPr>
            <a:r>
              <a:rPr lang="en-GB" sz="4000" b="1" i="0" dirty="0">
                <a:solidFill>
                  <a:schemeClr val="tx1"/>
                </a:solidFill>
                <a:latin typeface="Calibri" panose="020F0502020204030204" pitchFamily="34" charset="0"/>
                <a:ea typeface="Calibri" panose="020F0502020204030204" pitchFamily="34" charset="0"/>
                <a:cs typeface="Calibri" panose="020F0502020204030204" pitchFamily="34" charset="0"/>
                <a:sym typeface="Raleway Black"/>
              </a:rPr>
              <a:t>Cons of the </a:t>
            </a:r>
            <a:r>
              <a:rPr lang="tr-TR" sz="4000" b="1" dirty="0">
                <a:solidFill>
                  <a:schemeClr val="tx1"/>
                </a:solidFill>
                <a:latin typeface="Calibri" panose="020F0502020204030204" pitchFamily="34" charset="0"/>
                <a:ea typeface="Calibri" panose="020F0502020204030204" pitchFamily="34" charset="0"/>
                <a:cs typeface="Calibri" panose="020F0502020204030204" pitchFamily="34" charset="0"/>
                <a:sym typeface="Raleway Black"/>
              </a:rPr>
              <a:t>NIR</a:t>
            </a:r>
            <a:endParaRPr sz="4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88" name="Google Shape;788;p42"/>
          <p:cNvSpPr txBox="1"/>
          <p:nvPr/>
        </p:nvSpPr>
        <p:spPr>
          <a:xfrm>
            <a:off x="3081155" y="8912909"/>
            <a:ext cx="10361236" cy="1739599"/>
          </a:xfrm>
          <a:prstGeom prst="rect">
            <a:avLst/>
          </a:prstGeom>
          <a:noFill/>
          <a:ln>
            <a:noFill/>
          </a:ln>
        </p:spPr>
        <p:txBody>
          <a:bodyPr spcFirstLastPara="1" wrap="square" lIns="0" tIns="0" rIns="0" bIns="0" anchor="t" anchorCtr="0">
            <a:noAutofit/>
          </a:bodyPr>
          <a:lstStyle/>
          <a:p>
            <a:pPr marL="0" marR="0" lvl="0" indent="0" algn="l" rtl="0">
              <a:lnSpc>
                <a:spcPct val="155564"/>
              </a:lnSpc>
              <a:spcBef>
                <a:spcPts val="0"/>
              </a:spcBef>
              <a:spcAft>
                <a:spcPts val="0"/>
              </a:spcAft>
              <a:buClr>
                <a:srgbClr val="7F7F7F"/>
              </a:buClr>
              <a:buSzPts val="2399"/>
              <a:buFont typeface="Arial"/>
              <a:buNone/>
            </a:pPr>
            <a:r>
              <a:rPr lang="en-GB" sz="3000" dirty="0">
                <a:solidFill>
                  <a:schemeClr val="tx1"/>
                </a:solidFill>
                <a:latin typeface="Calibri" panose="020F0502020204030204" pitchFamily="34" charset="0"/>
                <a:ea typeface="Calibri" panose="020F0502020204030204" pitchFamily="34" charset="0"/>
                <a:cs typeface="Calibri" panose="020F0502020204030204" pitchFamily="34" charset="0"/>
                <a:sym typeface="Lato"/>
              </a:rPr>
              <a:t>The NIR device is a fast and accurate detection tool, but it is also a sensitive device. Therefore, data collected in a more ideal environment will yield better results.</a:t>
            </a:r>
            <a:endParaRPr sz="3000"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sp>
        <p:nvSpPr>
          <p:cNvPr id="791" name="Google Shape;791;p42"/>
          <p:cNvSpPr txBox="1"/>
          <p:nvPr/>
        </p:nvSpPr>
        <p:spPr>
          <a:xfrm>
            <a:off x="640021" y="4040768"/>
            <a:ext cx="2156484" cy="1630047"/>
          </a:xfrm>
          <a:prstGeom prst="rect">
            <a:avLst/>
          </a:prstGeom>
          <a:noFill/>
          <a:ln>
            <a:noFill/>
          </a:ln>
        </p:spPr>
        <p:txBody>
          <a:bodyPr spcFirstLastPara="1" wrap="square" lIns="0" tIns="191950" rIns="0" bIns="191950" anchor="ctr" anchorCtr="0">
            <a:noAutofit/>
          </a:bodyPr>
          <a:lstStyle/>
          <a:p>
            <a:pPr marL="0" marR="0" lvl="0" indent="0" algn="ctr" rtl="0">
              <a:lnSpc>
                <a:spcPct val="90000"/>
              </a:lnSpc>
              <a:spcBef>
                <a:spcPts val="0"/>
              </a:spcBef>
              <a:spcAft>
                <a:spcPts val="0"/>
              </a:spcAft>
              <a:buClr>
                <a:srgbClr val="A0B8E1"/>
              </a:buClr>
              <a:buSzPts val="13330"/>
              <a:buFont typeface="Arial"/>
              <a:buNone/>
            </a:pPr>
            <a:r>
              <a:rPr lang="en-US" sz="13330" b="0" i="0" dirty="0">
                <a:solidFill>
                  <a:srgbClr val="A0B8E1"/>
                </a:solidFill>
                <a:latin typeface="Raleway Light"/>
                <a:ea typeface="Raleway Light"/>
                <a:cs typeface="Raleway Light"/>
                <a:sym typeface="Raleway Light"/>
              </a:rPr>
              <a:t>01</a:t>
            </a:r>
            <a:endParaRPr dirty="0"/>
          </a:p>
        </p:txBody>
      </p:sp>
      <p:sp>
        <p:nvSpPr>
          <p:cNvPr id="792" name="Google Shape;792;p42"/>
          <p:cNvSpPr txBox="1"/>
          <p:nvPr/>
        </p:nvSpPr>
        <p:spPr>
          <a:xfrm>
            <a:off x="640021" y="8245721"/>
            <a:ext cx="2156484" cy="1630047"/>
          </a:xfrm>
          <a:prstGeom prst="rect">
            <a:avLst/>
          </a:prstGeom>
          <a:noFill/>
          <a:ln>
            <a:noFill/>
          </a:ln>
        </p:spPr>
        <p:txBody>
          <a:bodyPr spcFirstLastPara="1" wrap="square" lIns="0" tIns="191950" rIns="0" bIns="191950" anchor="ctr" anchorCtr="0">
            <a:noAutofit/>
          </a:bodyPr>
          <a:lstStyle/>
          <a:p>
            <a:pPr marL="0" marR="0" lvl="0" indent="0" algn="ctr" rtl="0">
              <a:lnSpc>
                <a:spcPct val="90000"/>
              </a:lnSpc>
              <a:spcBef>
                <a:spcPts val="0"/>
              </a:spcBef>
              <a:spcAft>
                <a:spcPts val="0"/>
              </a:spcAft>
              <a:buClr>
                <a:srgbClr val="F4B081"/>
              </a:buClr>
              <a:buSzPts val="13330"/>
              <a:buFont typeface="Arial"/>
              <a:buNone/>
            </a:pPr>
            <a:r>
              <a:rPr lang="en-US" sz="13330" b="0" i="0" dirty="0">
                <a:solidFill>
                  <a:srgbClr val="F4B081"/>
                </a:solidFill>
                <a:latin typeface="Raleway Light"/>
                <a:ea typeface="Raleway Light"/>
                <a:cs typeface="Raleway Light"/>
                <a:sym typeface="Raleway Light"/>
              </a:rPr>
              <a:t>02</a:t>
            </a:r>
            <a:endParaRPr dirty="0"/>
          </a:p>
        </p:txBody>
      </p:sp>
      <p:sp>
        <p:nvSpPr>
          <p:cNvPr id="798" name="Google Shape;798;p42"/>
          <p:cNvSpPr txBox="1">
            <a:spLocks noGrp="1"/>
          </p:cNvSpPr>
          <p:nvPr>
            <p:ph type="body" idx="1"/>
          </p:nvPr>
        </p:nvSpPr>
        <p:spPr>
          <a:xfrm>
            <a:off x="1792839" y="1385398"/>
            <a:ext cx="11099661" cy="1538549"/>
          </a:xfrm>
          <a:prstGeom prst="rect">
            <a:avLst/>
          </a:prstGeom>
          <a:noFill/>
          <a:ln>
            <a:noFill/>
          </a:ln>
        </p:spPr>
        <p:txBody>
          <a:bodyPr spcFirstLastPara="1" wrap="square" lIns="0" tIns="45700" rIns="91425" bIns="45700" anchor="t" anchorCtr="0">
            <a:normAutofit/>
          </a:bodyPr>
          <a:lstStyle/>
          <a:p>
            <a:pPr marL="0" lvl="0" indent="0" algn="ctr" rtl="0">
              <a:lnSpc>
                <a:spcPct val="90000"/>
              </a:lnSpc>
              <a:spcBef>
                <a:spcPts val="0"/>
              </a:spcBef>
              <a:spcAft>
                <a:spcPts val="0"/>
              </a:spcAft>
              <a:buClr>
                <a:srgbClr val="7F7F7F"/>
              </a:buClr>
              <a:buSzPts val="6600"/>
              <a:buNone/>
            </a:pPr>
            <a:r>
              <a:rPr lang="tr-TR" sz="6000" b="1" dirty="0" err="1">
                <a:solidFill>
                  <a:schemeClr val="tx1"/>
                </a:solidFill>
                <a:latin typeface="Calibri" panose="020F0502020204030204" pitchFamily="34" charset="0"/>
                <a:ea typeface="Calibri" panose="020F0502020204030204" pitchFamily="34" charset="0"/>
                <a:cs typeface="Calibri" panose="020F0502020204030204" pitchFamily="34" charset="0"/>
              </a:rPr>
              <a:t>Future</a:t>
            </a:r>
            <a:r>
              <a:rPr lang="tr-TR" sz="6000" b="1" dirty="0">
                <a:solidFill>
                  <a:schemeClr val="tx1"/>
                </a:solidFill>
                <a:latin typeface="Calibri" panose="020F0502020204030204" pitchFamily="34" charset="0"/>
                <a:ea typeface="Calibri" panose="020F0502020204030204" pitchFamily="34" charset="0"/>
                <a:cs typeface="Calibri" panose="020F0502020204030204" pitchFamily="34" charset="0"/>
              </a:rPr>
              <a:t> </a:t>
            </a:r>
            <a:r>
              <a:rPr lang="tr-TR" sz="6000" b="1" dirty="0" err="1">
                <a:solidFill>
                  <a:schemeClr val="tx1"/>
                </a:solidFill>
                <a:latin typeface="Calibri" panose="020F0502020204030204" pitchFamily="34" charset="0"/>
                <a:ea typeface="Calibri" panose="020F0502020204030204" pitchFamily="34" charset="0"/>
                <a:cs typeface="Calibri" panose="020F0502020204030204" pitchFamily="34" charset="0"/>
              </a:rPr>
              <a:t>Work</a:t>
            </a:r>
            <a:endParaRPr sz="6000" b="1" dirty="0">
              <a:solidFill>
                <a:schemeClr val="tx1"/>
              </a:solidFill>
              <a:latin typeface="Calibri" panose="020F0502020204030204" pitchFamily="34" charset="0"/>
              <a:ea typeface="Calibri" panose="020F0502020204030204" pitchFamily="34" charset="0"/>
              <a:cs typeface="Calibri" panose="020F0502020204030204" pitchFamily="34" charset="0"/>
            </a:endParaRPr>
          </a:p>
        </p:txBody>
      </p:sp>
      <p:pic>
        <p:nvPicPr>
          <p:cNvPr id="799" name="Google Shape;799;p42"/>
          <p:cNvPicPr preferRelativeResize="0"/>
          <p:nvPr/>
        </p:nvPicPr>
        <p:blipFill rotWithShape="1">
          <a:blip r:embed="rId3">
            <a:alphaModFix/>
          </a:blip>
          <a:srcRect/>
          <a:stretch/>
        </p:blipFill>
        <p:spPr>
          <a:xfrm>
            <a:off x="1282540" y="11467890"/>
            <a:ext cx="2584065" cy="1739599"/>
          </a:xfrm>
          <a:prstGeom prst="rect">
            <a:avLst/>
          </a:prstGeom>
          <a:noFill/>
          <a:ln>
            <a:noFill/>
          </a:ln>
        </p:spPr>
      </p:pic>
      <p:pic>
        <p:nvPicPr>
          <p:cNvPr id="9" name="Picture Placeholder 8" descr="A stack of post-it notes&#10;&#10;Description automatically generated">
            <a:extLst>
              <a:ext uri="{FF2B5EF4-FFF2-40B4-BE49-F238E27FC236}">
                <a16:creationId xmlns:a16="http://schemas.microsoft.com/office/drawing/2014/main" id="{D769C7DC-88C0-0A0C-59D1-393507207C72}"/>
              </a:ext>
            </a:extLst>
          </p:cNvPr>
          <p:cNvPicPr>
            <a:picLocks noGrp="1" noChangeAspect="1"/>
          </p:cNvPicPr>
          <p:nvPr>
            <p:ph type="pic" idx="3"/>
          </p:nvPr>
        </p:nvPicPr>
        <p:blipFill>
          <a:blip r:embed="rId4"/>
          <a:srcRect l="23696" r="23696"/>
          <a:stretch>
            <a:fillRect/>
          </a:stretch>
        </p:blipFill>
        <p:spPr>
          <a:xfrm>
            <a:off x="14272364" y="2111796"/>
            <a:ext cx="7148090" cy="9492408"/>
          </a:xfrm>
        </p:spPr>
      </p:pic>
      <p:sp>
        <p:nvSpPr>
          <p:cNvPr id="2" name="TextBox 1">
            <a:extLst>
              <a:ext uri="{FF2B5EF4-FFF2-40B4-BE49-F238E27FC236}">
                <a16:creationId xmlns:a16="http://schemas.microsoft.com/office/drawing/2014/main" id="{B0AFAAF2-DE8E-5765-A1C0-23F9B7EB972D}"/>
              </a:ext>
            </a:extLst>
          </p:cNvPr>
          <p:cNvSpPr txBox="1"/>
          <p:nvPr/>
        </p:nvSpPr>
        <p:spPr>
          <a:xfrm>
            <a:off x="22061441" y="12684269"/>
            <a:ext cx="874643" cy="461665"/>
          </a:xfrm>
          <a:prstGeom prst="rect">
            <a:avLst/>
          </a:prstGeom>
          <a:noFill/>
        </p:spPr>
        <p:txBody>
          <a:bodyPr wrap="square" rtlCol="0">
            <a:spAutoFit/>
          </a:bodyPr>
          <a:lstStyle/>
          <a:p>
            <a:r>
              <a:rPr lang="tr-TR" sz="24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rPr>
              <a:t>18</a:t>
            </a:r>
            <a:endParaRPr lang="en-GB" sz="2800" dirty="0">
              <a:solidFill>
                <a:schemeClr val="bg1">
                  <a:lumMod val="65000"/>
                </a:schemeClr>
              </a:solidFill>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mc:AlternateContent xmlns:mc="http://schemas.openxmlformats.org/markup-compatibility/2006" xmlns:p14="http://schemas.microsoft.com/office/powerpoint/2010/main">
    <mc:Choice Requires="p14">
      <p:transition p14:dur="100">
        <p:fade thruBlk="1"/>
      </p:transition>
    </mc:Choice>
    <mc:Fallback xmlns=""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5="http://schemas.microsoft.com/office/powerpoint/2012/main" xmlns:ahyp="http://schemas.microsoft.com/office/drawing/2018/hyperlinkcolor">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33"/>
          <p:cNvSpPr txBox="1"/>
          <p:nvPr/>
        </p:nvSpPr>
        <p:spPr>
          <a:xfrm>
            <a:off x="5596295" y="7962609"/>
            <a:ext cx="13185058" cy="156966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9600" b="1" dirty="0">
                <a:solidFill>
                  <a:schemeClr val="dk1"/>
                </a:solidFill>
                <a:latin typeface="Calibri"/>
                <a:ea typeface="Calibri"/>
                <a:cs typeface="Calibri"/>
                <a:sym typeface="Calibri"/>
              </a:rPr>
              <a:t>Thank You For Listening</a:t>
            </a:r>
            <a:endParaRPr dirty="0"/>
          </a:p>
        </p:txBody>
      </p:sp>
      <p:sp>
        <p:nvSpPr>
          <p:cNvPr id="328" name="Google Shape;328;p33"/>
          <p:cNvSpPr txBox="1">
            <a:spLocks noGrp="1"/>
          </p:cNvSpPr>
          <p:nvPr>
            <p:ph type="sldNum" idx="12"/>
          </p:nvPr>
        </p:nvSpPr>
        <p:spPr>
          <a:xfrm>
            <a:off x="17216715" y="12712701"/>
            <a:ext cx="5484971" cy="730250"/>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18</a:t>
            </a:fld>
            <a:endParaRPr/>
          </a:p>
        </p:txBody>
      </p:sp>
      <p:pic>
        <p:nvPicPr>
          <p:cNvPr id="329" name="Google Shape;329;p33"/>
          <p:cNvPicPr preferRelativeResize="0"/>
          <p:nvPr/>
        </p:nvPicPr>
        <p:blipFill rotWithShape="1">
          <a:blip r:embed="rId3">
            <a:alphaModFix/>
          </a:blip>
          <a:srcRect/>
          <a:stretch/>
        </p:blipFill>
        <p:spPr>
          <a:xfrm>
            <a:off x="1282540" y="11467890"/>
            <a:ext cx="2584065" cy="1739599"/>
          </a:xfrm>
          <a:prstGeom prst="rect">
            <a:avLst/>
          </a:prstGeom>
          <a:noFill/>
          <a:ln>
            <a:noFill/>
          </a:ln>
        </p:spPr>
      </p:pic>
      <p:pic>
        <p:nvPicPr>
          <p:cNvPr id="330" name="Google Shape;330;p33"/>
          <p:cNvPicPr preferRelativeResize="0"/>
          <p:nvPr/>
        </p:nvPicPr>
        <p:blipFill rotWithShape="1">
          <a:blip r:embed="rId3">
            <a:alphaModFix/>
          </a:blip>
          <a:srcRect/>
          <a:stretch/>
        </p:blipFill>
        <p:spPr>
          <a:xfrm>
            <a:off x="8559769" y="1971821"/>
            <a:ext cx="7258111" cy="4886179"/>
          </a:xfrm>
          <a:prstGeom prst="rect">
            <a:avLst/>
          </a:prstGeom>
          <a:noFill/>
          <a:ln>
            <a:noFill/>
          </a:ln>
        </p:spPr>
      </p:pic>
    </p:spTree>
  </p:cSld>
  <p:clrMapOvr>
    <a:masterClrMapping/>
  </p:clrMapOvr>
</p:sld>
</file>

<file path=ppt/theme/theme1.xml><?xml version="1.0" encoding="utf-8"?>
<a:theme xmlns:a="http://schemas.openxmlformats.org/drawingml/2006/main" name="Office Teması">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2495</TotalTime>
  <Words>2152</Words>
  <Application>Microsoft Office PowerPoint</Application>
  <PresentationFormat>Custom</PresentationFormat>
  <Paragraphs>145</Paragraphs>
  <Slides>18</Slides>
  <Notes>14</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Calibri</vt:lpstr>
      <vt:lpstr>Arial</vt:lpstr>
      <vt:lpstr>Raleway Black</vt:lpstr>
      <vt:lpstr>Raleway Light</vt:lpstr>
      <vt:lpstr>Office Teması</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Emre Öztürk</dc:creator>
  <cp:lastModifiedBy>Emre Öztürk</cp:lastModifiedBy>
  <cp:revision>230</cp:revision>
  <dcterms:modified xsi:type="dcterms:W3CDTF">2024-06-26T09:54:37Z</dcterms:modified>
</cp:coreProperties>
</file>